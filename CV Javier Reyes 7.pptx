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
  </p:notesMasterIdLst>
  <p:sldIdLst>
    <p:sldId id="2147481686" r:id="rId2"/>
    <p:sldId id="257" r:id="rId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7408">
          <p15:clr>
            <a:srgbClr val="A4A3A4"/>
          </p15:clr>
        </p15:guide>
        <p15:guide id="3" pos="2760">
          <p15:clr>
            <a:srgbClr val="A4A3A4"/>
          </p15:clr>
        </p15:guide>
        <p15:guide id="4" pos="5000">
          <p15:clr>
            <a:srgbClr val="A4A3A4"/>
          </p15:clr>
        </p15:guide>
        <p15:guide id="5" pos="5168">
          <p15:clr>
            <a:srgbClr val="A4A3A4"/>
          </p15:clr>
        </p15:guide>
        <p15:guide id="6" orient="horz" pos="488">
          <p15:clr>
            <a:srgbClr val="A4A3A4"/>
          </p15:clr>
        </p15:guide>
        <p15:guide id="7" orient="horz" pos="3936">
          <p15:clr>
            <a:srgbClr val="A4A3A4"/>
          </p15:clr>
        </p15:guide>
        <p15:guide id="8" orient="horz" pos="20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iWEGwyvtSLn1dvUsh1D2B+3Ca2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62" autoAdjust="0"/>
    <p:restoredTop sz="94649"/>
  </p:normalViewPr>
  <p:slideViewPr>
    <p:cSldViewPr snapToGrid="0">
      <p:cViewPr varScale="1">
        <p:scale>
          <a:sx n="59" d="100"/>
          <a:sy n="59" d="100"/>
        </p:scale>
        <p:origin x="1260" y="52"/>
      </p:cViewPr>
      <p:guideLst>
        <p:guide orient="horz" pos="2160"/>
        <p:guide pos="7408"/>
        <p:guide pos="2760"/>
        <p:guide pos="5000"/>
        <p:guide pos="5168"/>
        <p:guide orient="horz" pos="488"/>
        <p:guide orient="horz" pos="3936"/>
        <p:guide orient="horz" pos="2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4" Type="http://schemas.openxmlformats.org/officeDocument/2006/relationships/notesMaster" Target="notesMasters/notes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1e85a8a9a7d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g1e85a8a9a7d_0_0:notes"/>
          <p:cNvSpPr txBox="1">
            <a:spLocks noGrp="1"/>
          </p:cNvSpPr>
          <p:nvPr>
            <p:ph type="body" idx="1"/>
          </p:nvPr>
        </p:nvSpPr>
        <p:spPr>
          <a:xfrm>
            <a:off x="701040" y="4473893"/>
            <a:ext cx="5608320" cy="3660610"/>
          </a:xfrm>
          <a:prstGeom prst="rect">
            <a:avLst/>
          </a:prstGeom>
          <a:noFill/>
          <a:ln>
            <a:noFill/>
          </a:ln>
        </p:spPr>
        <p:txBody>
          <a:bodyPr spcFirstLastPara="1" wrap="square" lIns="93162" tIns="46568" rIns="93162" bIns="46568" anchor="t" anchorCtr="0">
            <a:noAutofit/>
          </a:bodyPr>
          <a:lstStyle/>
          <a:p>
            <a:pPr>
              <a:buSzPts val="1400"/>
            </a:pPr>
            <a:endParaRPr lang="es-CL"/>
          </a:p>
        </p:txBody>
      </p:sp>
      <p:sp>
        <p:nvSpPr>
          <p:cNvPr id="371" name="Google Shape;371;g1e85a8a9a7d_0_0:notes"/>
          <p:cNvSpPr txBox="1">
            <a:spLocks noGrp="1"/>
          </p:cNvSpPr>
          <p:nvPr>
            <p:ph type="sldNum" idx="12"/>
          </p:nvPr>
        </p:nvSpPr>
        <p:spPr>
          <a:xfrm>
            <a:off x="3970938" y="8829967"/>
            <a:ext cx="3037840" cy="466345"/>
          </a:xfrm>
          <a:prstGeom prst="rect">
            <a:avLst/>
          </a:prstGeom>
          <a:noFill/>
          <a:ln>
            <a:noFill/>
          </a:ln>
        </p:spPr>
        <p:txBody>
          <a:bodyPr spcFirstLastPara="1" wrap="square" lIns="93162" tIns="46568" rIns="93162" bIns="46568" anchor="b" anchorCtr="0">
            <a:noAutofit/>
          </a:bodyPr>
          <a:lstStyle/>
          <a:p>
            <a:pPr>
              <a:buSzPts val="1400"/>
            </a:pPr>
            <a:fld id="{00000000-1234-1234-1234-123412341234}" type="slidenum">
              <a:rPr lang="en-GB"/>
              <a:pPr>
                <a:buSzPts val="1400"/>
              </a:pPr>
              <a:t>1</a:t>
            </a:fld>
            <a:endParaRPr lang="es-C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a:extLst>
            <a:ext uri="{FF2B5EF4-FFF2-40B4-BE49-F238E27FC236}">
              <a16:creationId xmlns:a16="http://schemas.microsoft.com/office/drawing/2014/main" id="{CD51CFAF-E145-EFF6-B880-BAD127894D8A}"/>
            </a:ext>
          </a:extLst>
        </p:cNvPr>
        <p:cNvGrpSpPr/>
        <p:nvPr/>
      </p:nvGrpSpPr>
      <p:grpSpPr>
        <a:xfrm>
          <a:off x="0" y="0"/>
          <a:ext cx="0" cy="0"/>
          <a:chOff x="0" y="0"/>
          <a:chExt cx="0" cy="0"/>
        </a:xfrm>
      </p:grpSpPr>
      <p:sp>
        <p:nvSpPr>
          <p:cNvPr id="369" name="Google Shape;369;g1e85a8a9a7d_0_0:notes">
            <a:extLst>
              <a:ext uri="{FF2B5EF4-FFF2-40B4-BE49-F238E27FC236}">
                <a16:creationId xmlns:a16="http://schemas.microsoft.com/office/drawing/2014/main" id="{BA5A0B17-B05B-A8A9-1195-553D4C9496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g1e85a8a9a7d_0_0:notes">
            <a:extLst>
              <a:ext uri="{FF2B5EF4-FFF2-40B4-BE49-F238E27FC236}">
                <a16:creationId xmlns:a16="http://schemas.microsoft.com/office/drawing/2014/main" id="{A4827323-27A4-45D3-C4FD-823E747C681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1" name="Google Shape;371;g1e85a8a9a7d_0_0:notes">
            <a:extLst>
              <a:ext uri="{FF2B5EF4-FFF2-40B4-BE49-F238E27FC236}">
                <a16:creationId xmlns:a16="http://schemas.microsoft.com/office/drawing/2014/main" id="{434FD22A-FC89-2C17-9289-CD56C7EFE4C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a:t>
            </a:fld>
            <a:endParaRPr/>
          </a:p>
        </p:txBody>
      </p:sp>
    </p:spTree>
    <p:extLst>
      <p:ext uri="{BB962C8B-B14F-4D97-AF65-F5344CB8AC3E}">
        <p14:creationId xmlns:p14="http://schemas.microsoft.com/office/powerpoint/2010/main" val="4138058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12"/>
        <p:cNvGrpSpPr/>
        <p:nvPr/>
      </p:nvGrpSpPr>
      <p:grpSpPr>
        <a:xfrm>
          <a:off x="0" y="0"/>
          <a:ext cx="0" cy="0"/>
          <a:chOff x="0" y="0"/>
          <a:chExt cx="0" cy="0"/>
        </a:xfrm>
      </p:grpSpPr>
      <p:sp>
        <p:nvSpPr>
          <p:cNvPr id="13" name="Google Shape;13;p38"/>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4"/>
        <p:cNvGrpSpPr/>
        <p:nvPr/>
      </p:nvGrpSpPr>
      <p:grpSpPr>
        <a:xfrm>
          <a:off x="0" y="0"/>
          <a:ext cx="0" cy="0"/>
          <a:chOff x="0" y="0"/>
          <a:chExt cx="0" cy="0"/>
        </a:xfrm>
      </p:grpSpPr>
      <p:sp>
        <p:nvSpPr>
          <p:cNvPr id="15" name="Google Shape;15;p39"/>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Red">
  <p:cSld name="Section Header Red">
    <p:bg>
      <p:bgPr>
        <a:solidFill>
          <a:srgbClr val="E0301E"/>
        </a:solidFill>
        <a:effectLst/>
      </p:bgPr>
    </p:bg>
    <p:spTree>
      <p:nvGrpSpPr>
        <p:cNvPr id="1" name="Shape 16"/>
        <p:cNvGrpSpPr/>
        <p:nvPr/>
      </p:nvGrpSpPr>
      <p:grpSpPr>
        <a:xfrm>
          <a:off x="0" y="0"/>
          <a:ext cx="0" cy="0"/>
          <a:chOff x="0" y="0"/>
          <a:chExt cx="0" cy="0"/>
        </a:xfrm>
      </p:grpSpPr>
      <p:sp>
        <p:nvSpPr>
          <p:cNvPr id="17" name="Google Shape;17;p40"/>
          <p:cNvSpPr txBox="1">
            <a:spLocks noGrp="1"/>
          </p:cNvSpPr>
          <p:nvPr>
            <p:ph type="title"/>
          </p:nvPr>
        </p:nvSpPr>
        <p:spPr>
          <a:xfrm>
            <a:off x="4951413" y="2103438"/>
            <a:ext cx="4936658" cy="256426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8" name="Google Shape;18;p40"/>
          <p:cNvSpPr txBox="1">
            <a:spLocks noGrp="1"/>
          </p:cNvSpPr>
          <p:nvPr>
            <p:ph type="subTitle" idx="1"/>
          </p:nvPr>
        </p:nvSpPr>
        <p:spPr>
          <a:xfrm>
            <a:off x="442912" y="0"/>
            <a:ext cx="4344987" cy="68580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1pPr>
            <a:lvl2pPr marR="0" lvl="1"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Orange">
  <p:cSld name="Section Header Orange">
    <p:bg>
      <p:bgPr>
        <a:solidFill>
          <a:srgbClr val="D04A02"/>
        </a:solidFill>
        <a:effectLst/>
      </p:bgPr>
    </p:bg>
    <p:spTree>
      <p:nvGrpSpPr>
        <p:cNvPr id="1" name="Shape 20"/>
        <p:cNvGrpSpPr/>
        <p:nvPr/>
      </p:nvGrpSpPr>
      <p:grpSpPr>
        <a:xfrm>
          <a:off x="0" y="0"/>
          <a:ext cx="0" cy="0"/>
          <a:chOff x="0" y="0"/>
          <a:chExt cx="0" cy="0"/>
        </a:xfrm>
      </p:grpSpPr>
      <p:sp>
        <p:nvSpPr>
          <p:cNvPr id="21" name="Google Shape;21;p42"/>
          <p:cNvSpPr txBox="1">
            <a:spLocks noGrp="1"/>
          </p:cNvSpPr>
          <p:nvPr>
            <p:ph type="title"/>
          </p:nvPr>
        </p:nvSpPr>
        <p:spPr>
          <a:xfrm>
            <a:off x="4951413" y="2103438"/>
            <a:ext cx="4936658" cy="256426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2" name="Google Shape;22;p42"/>
          <p:cNvSpPr txBox="1">
            <a:spLocks noGrp="1"/>
          </p:cNvSpPr>
          <p:nvPr>
            <p:ph type="subTitle" idx="1"/>
          </p:nvPr>
        </p:nvSpPr>
        <p:spPr>
          <a:xfrm>
            <a:off x="442912" y="0"/>
            <a:ext cx="4344987" cy="68580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1pPr>
            <a:lvl2pPr marR="0" lvl="1"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Grey">
  <p:cSld name="Section Header Grey">
    <p:bg>
      <p:bgPr>
        <a:solidFill>
          <a:srgbClr val="464646"/>
        </a:solidFill>
        <a:effectLst/>
      </p:bgPr>
    </p:bg>
    <p:spTree>
      <p:nvGrpSpPr>
        <p:cNvPr id="1" name="Shape 23"/>
        <p:cNvGrpSpPr/>
        <p:nvPr/>
      </p:nvGrpSpPr>
      <p:grpSpPr>
        <a:xfrm>
          <a:off x="0" y="0"/>
          <a:ext cx="0" cy="0"/>
          <a:chOff x="0" y="0"/>
          <a:chExt cx="0" cy="0"/>
        </a:xfrm>
      </p:grpSpPr>
      <p:sp>
        <p:nvSpPr>
          <p:cNvPr id="24" name="Google Shape;24;p43"/>
          <p:cNvSpPr txBox="1">
            <a:spLocks noGrp="1"/>
          </p:cNvSpPr>
          <p:nvPr>
            <p:ph type="title"/>
          </p:nvPr>
        </p:nvSpPr>
        <p:spPr>
          <a:xfrm>
            <a:off x="4951413" y="2103438"/>
            <a:ext cx="4936658" cy="256426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5" name="Google Shape;25;p43"/>
          <p:cNvSpPr txBox="1">
            <a:spLocks noGrp="1"/>
          </p:cNvSpPr>
          <p:nvPr>
            <p:ph type="subTitle" idx="1"/>
          </p:nvPr>
        </p:nvSpPr>
        <p:spPr>
          <a:xfrm>
            <a:off x="442912" y="0"/>
            <a:ext cx="4344987" cy="68580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1pPr>
            <a:lvl2pPr marR="0" lvl="1"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Orange Manual">
  <p:cSld name="Section Header Orange Manual">
    <p:bg>
      <p:bgPr>
        <a:solidFill>
          <a:srgbClr val="D04A02"/>
        </a:solidFill>
        <a:effectLst/>
      </p:bgPr>
    </p:bg>
    <p:spTree>
      <p:nvGrpSpPr>
        <p:cNvPr id="1" name="Shape 26"/>
        <p:cNvGrpSpPr/>
        <p:nvPr/>
      </p:nvGrpSpPr>
      <p:grpSpPr>
        <a:xfrm>
          <a:off x="0" y="0"/>
          <a:ext cx="0" cy="0"/>
          <a:chOff x="0" y="0"/>
          <a:chExt cx="0" cy="0"/>
        </a:xfrm>
      </p:grpSpPr>
      <p:sp>
        <p:nvSpPr>
          <p:cNvPr id="27" name="Google Shape;27;p44"/>
          <p:cNvSpPr txBox="1">
            <a:spLocks noGrp="1"/>
          </p:cNvSpPr>
          <p:nvPr>
            <p:ph type="title"/>
          </p:nvPr>
        </p:nvSpPr>
        <p:spPr>
          <a:xfrm>
            <a:off x="442913" y="428625"/>
            <a:ext cx="1374457" cy="1965960"/>
          </a:xfrm>
          <a:prstGeom prst="rect">
            <a:avLst/>
          </a:prstGeom>
          <a:noFill/>
          <a:ln>
            <a:noFill/>
          </a:ln>
        </p:spPr>
        <p:txBody>
          <a:bodyPr spcFirstLastPara="1" wrap="square" lIns="0" tIns="0" rIns="0" bIns="0" anchor="t" anchorCtr="0">
            <a:noAutofit/>
          </a:bodyPr>
          <a:lstStyle>
            <a:lvl1pPr marR="0" lvl="0" algn="l">
              <a:lnSpc>
                <a:spcPct val="80000"/>
              </a:lnSpc>
              <a:spcBef>
                <a:spcPts val="0"/>
              </a:spcBef>
              <a:spcAft>
                <a:spcPts val="0"/>
              </a:spcAft>
              <a:buClr>
                <a:schemeClr val="lt1"/>
              </a:buClr>
              <a:buSzPts val="14400"/>
              <a:buFont typeface="Arial"/>
              <a:buNone/>
              <a:defRPr sz="144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Header Red Manual">
  <p:cSld name="Section Header Red Manual">
    <p:bg>
      <p:bgPr>
        <a:solidFill>
          <a:srgbClr val="E0301E"/>
        </a:solidFill>
        <a:effectLst/>
      </p:bgPr>
    </p:bg>
    <p:spTree>
      <p:nvGrpSpPr>
        <p:cNvPr id="1" name="Shape 28"/>
        <p:cNvGrpSpPr/>
        <p:nvPr/>
      </p:nvGrpSpPr>
      <p:grpSpPr>
        <a:xfrm>
          <a:off x="0" y="0"/>
          <a:ext cx="0" cy="0"/>
          <a:chOff x="0" y="0"/>
          <a:chExt cx="0" cy="0"/>
        </a:xfrm>
      </p:grpSpPr>
      <p:sp>
        <p:nvSpPr>
          <p:cNvPr id="29" name="Google Shape;29;p45"/>
          <p:cNvSpPr txBox="1">
            <a:spLocks noGrp="1"/>
          </p:cNvSpPr>
          <p:nvPr>
            <p:ph type="title"/>
          </p:nvPr>
        </p:nvSpPr>
        <p:spPr>
          <a:xfrm>
            <a:off x="442913" y="428625"/>
            <a:ext cx="1374457" cy="1965960"/>
          </a:xfrm>
          <a:prstGeom prst="rect">
            <a:avLst/>
          </a:prstGeom>
          <a:noFill/>
          <a:ln>
            <a:noFill/>
          </a:ln>
        </p:spPr>
        <p:txBody>
          <a:bodyPr spcFirstLastPara="1" wrap="square" lIns="0" tIns="0" rIns="0" bIns="0" anchor="t" anchorCtr="0">
            <a:noAutofit/>
          </a:bodyPr>
          <a:lstStyle>
            <a:lvl1pPr marR="0" lvl="0" algn="l">
              <a:lnSpc>
                <a:spcPct val="80000"/>
              </a:lnSpc>
              <a:spcBef>
                <a:spcPts val="0"/>
              </a:spcBef>
              <a:spcAft>
                <a:spcPts val="0"/>
              </a:spcAft>
              <a:buClr>
                <a:schemeClr val="lt1"/>
              </a:buClr>
              <a:buSzPts val="14400"/>
              <a:buFont typeface="Arial"/>
              <a:buNone/>
              <a:defRPr sz="144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Header Grey Manual">
  <p:cSld name="Section Header Grey Manual">
    <p:bg>
      <p:bgPr>
        <a:solidFill>
          <a:srgbClr val="464646"/>
        </a:solidFill>
        <a:effectLst/>
      </p:bgPr>
    </p:bg>
    <p:spTree>
      <p:nvGrpSpPr>
        <p:cNvPr id="1" name="Shape 30"/>
        <p:cNvGrpSpPr/>
        <p:nvPr/>
      </p:nvGrpSpPr>
      <p:grpSpPr>
        <a:xfrm>
          <a:off x="0" y="0"/>
          <a:ext cx="0" cy="0"/>
          <a:chOff x="0" y="0"/>
          <a:chExt cx="0" cy="0"/>
        </a:xfrm>
      </p:grpSpPr>
      <p:sp>
        <p:nvSpPr>
          <p:cNvPr id="31" name="Google Shape;31;p46"/>
          <p:cNvSpPr txBox="1">
            <a:spLocks noGrp="1"/>
          </p:cNvSpPr>
          <p:nvPr>
            <p:ph type="title"/>
          </p:nvPr>
        </p:nvSpPr>
        <p:spPr>
          <a:xfrm>
            <a:off x="442913" y="428625"/>
            <a:ext cx="1374457" cy="1965960"/>
          </a:xfrm>
          <a:prstGeom prst="rect">
            <a:avLst/>
          </a:prstGeom>
          <a:noFill/>
          <a:ln>
            <a:noFill/>
          </a:ln>
        </p:spPr>
        <p:txBody>
          <a:bodyPr spcFirstLastPara="1" wrap="square" lIns="0" tIns="0" rIns="0" bIns="0" anchor="t" anchorCtr="0">
            <a:noAutofit/>
          </a:bodyPr>
          <a:lstStyle>
            <a:lvl1pPr marR="0" lvl="0" algn="l">
              <a:lnSpc>
                <a:spcPct val="80000"/>
              </a:lnSpc>
              <a:spcBef>
                <a:spcPts val="0"/>
              </a:spcBef>
              <a:spcAft>
                <a:spcPts val="0"/>
              </a:spcAft>
              <a:buClr>
                <a:schemeClr val="lt1"/>
              </a:buClr>
              <a:buSzPts val="14400"/>
              <a:buFont typeface="Arial"/>
              <a:buNone/>
              <a:defRPr sz="144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Quote 1 Image Full">
  <p:cSld name="Quote 1 Image Full">
    <p:bg>
      <p:bgPr>
        <a:solidFill>
          <a:srgbClr val="DEDEDE"/>
        </a:solidFill>
        <a:effectLst/>
      </p:bgPr>
    </p:bg>
    <p:spTree>
      <p:nvGrpSpPr>
        <p:cNvPr id="1" name="Shape 32"/>
        <p:cNvGrpSpPr/>
        <p:nvPr/>
      </p:nvGrpSpPr>
      <p:grpSpPr>
        <a:xfrm>
          <a:off x="0" y="0"/>
          <a:ext cx="0" cy="0"/>
          <a:chOff x="0" y="0"/>
          <a:chExt cx="0" cy="0"/>
        </a:xfrm>
      </p:grpSpPr>
      <p:sp>
        <p:nvSpPr>
          <p:cNvPr id="33" name="Google Shape;33;p47"/>
          <p:cNvSpPr txBox="1">
            <a:spLocks noGrp="1"/>
          </p:cNvSpPr>
          <p:nvPr>
            <p:ph type="body" idx="1"/>
          </p:nvPr>
        </p:nvSpPr>
        <p:spPr>
          <a:xfrm>
            <a:off x="0" y="1143000"/>
            <a:ext cx="4572000" cy="4572000"/>
          </a:xfrm>
          <a:prstGeom prst="rect">
            <a:avLst/>
          </a:prstGeom>
          <a:solidFill>
            <a:srgbClr val="E0301E"/>
          </a:solidFill>
          <a:ln>
            <a:noFill/>
          </a:ln>
        </p:spPr>
        <p:txBody>
          <a:bodyPr spcFirstLastPara="1" wrap="square" lIns="438900" tIns="1440000" rIns="252000" bIns="180000" anchor="t" anchorCtr="0">
            <a:noAutofit/>
          </a:bodyPr>
          <a:lstStyle>
            <a:lvl1pPr marL="457200" marR="0" lvl="0" indent="-228600" algn="l">
              <a:lnSpc>
                <a:spcPct val="90000"/>
              </a:lnSpc>
              <a:spcBef>
                <a:spcPts val="0"/>
              </a:spcBef>
              <a:spcAft>
                <a:spcPts val="0"/>
              </a:spcAft>
              <a:buClr>
                <a:schemeClr val="lt1"/>
              </a:buClr>
              <a:buSzPts val="2600"/>
              <a:buFont typeface="Arial"/>
              <a:buNone/>
              <a:defRPr sz="26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0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34" name="Google Shape;34;p47"/>
          <p:cNvSpPr/>
          <p:nvPr/>
        </p:nvSpPr>
        <p:spPr>
          <a:xfrm>
            <a:off x="442913" y="1623703"/>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 name="Google Shape;35;p47"/>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Quote 1 Image Orange">
  <p:cSld name="Quote 1 Image Orange">
    <p:bg>
      <p:bgPr>
        <a:solidFill>
          <a:srgbClr val="D04A02"/>
        </a:solidFill>
        <a:effectLst/>
      </p:bgPr>
    </p:bg>
    <p:spTree>
      <p:nvGrpSpPr>
        <p:cNvPr id="1" name="Shape 36"/>
        <p:cNvGrpSpPr/>
        <p:nvPr/>
      </p:nvGrpSpPr>
      <p:grpSpPr>
        <a:xfrm>
          <a:off x="0" y="0"/>
          <a:ext cx="0" cy="0"/>
          <a:chOff x="0" y="0"/>
          <a:chExt cx="0" cy="0"/>
        </a:xfrm>
      </p:grpSpPr>
      <p:sp>
        <p:nvSpPr>
          <p:cNvPr id="37" name="Google Shape;37;p48"/>
          <p:cNvSpPr/>
          <p:nvPr/>
        </p:nvSpPr>
        <p:spPr>
          <a:xfrm>
            <a:off x="6096000" y="0"/>
            <a:ext cx="6096000" cy="6858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8" name="Google Shape;38;p48"/>
          <p:cNvSpPr txBox="1">
            <a:spLocks noGrp="1"/>
          </p:cNvSpPr>
          <p:nvPr>
            <p:ph type="body" idx="1"/>
          </p:nvPr>
        </p:nvSpPr>
        <p:spPr>
          <a:xfrm>
            <a:off x="442913" y="1714500"/>
            <a:ext cx="5299393" cy="4457700"/>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800"/>
              <a:buFont typeface="Arial"/>
              <a:buNone/>
              <a:defRPr sz="38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0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39" name="Google Shape;39;p48"/>
          <p:cNvSpPr/>
          <p:nvPr/>
        </p:nvSpPr>
        <p:spPr>
          <a:xfrm>
            <a:off x="442913" y="687001"/>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0" name="Google Shape;40;p48"/>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1" name="Google Shape;41;p48"/>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en-GB" sz="750" b="0" i="0" u="none" strike="noStrike" cap="none">
                <a:solidFill>
                  <a:schemeClr val="lt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1 Image">
  <p:cSld name="Quote 1 Image">
    <p:spTree>
      <p:nvGrpSpPr>
        <p:cNvPr id="1" name="Shape 42"/>
        <p:cNvGrpSpPr/>
        <p:nvPr/>
      </p:nvGrpSpPr>
      <p:grpSpPr>
        <a:xfrm>
          <a:off x="0" y="0"/>
          <a:ext cx="0" cy="0"/>
          <a:chOff x="0" y="0"/>
          <a:chExt cx="0" cy="0"/>
        </a:xfrm>
      </p:grpSpPr>
      <p:sp>
        <p:nvSpPr>
          <p:cNvPr id="43" name="Google Shape;43;p49"/>
          <p:cNvSpPr/>
          <p:nvPr/>
        </p:nvSpPr>
        <p:spPr>
          <a:xfrm>
            <a:off x="6096000" y="0"/>
            <a:ext cx="6096000" cy="6858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44" name="Google Shape;44;p49"/>
          <p:cNvSpPr txBox="1">
            <a:spLocks noGrp="1"/>
          </p:cNvSpPr>
          <p:nvPr>
            <p:ph type="body" idx="1"/>
          </p:nvPr>
        </p:nvSpPr>
        <p:spPr>
          <a:xfrm>
            <a:off x="442913" y="1714500"/>
            <a:ext cx="5299393" cy="4457700"/>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dk1"/>
              </a:buClr>
              <a:buSzPts val="3800"/>
              <a:buFont typeface="Arial"/>
              <a:buNone/>
              <a:defRPr sz="38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30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45" name="Google Shape;45;p49"/>
          <p:cNvSpPr/>
          <p:nvPr/>
        </p:nvSpPr>
        <p:spPr>
          <a:xfrm>
            <a:off x="442913" y="687001"/>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49"/>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2 Orange">
  <p:cSld name="Quote 2 Orange">
    <p:bg>
      <p:bgPr>
        <a:solidFill>
          <a:srgbClr val="D04A02"/>
        </a:solidFill>
        <a:effectLst/>
      </p:bgPr>
    </p:bg>
    <p:spTree>
      <p:nvGrpSpPr>
        <p:cNvPr id="1" name="Shape 47"/>
        <p:cNvGrpSpPr/>
        <p:nvPr/>
      </p:nvGrpSpPr>
      <p:grpSpPr>
        <a:xfrm>
          <a:off x="0" y="0"/>
          <a:ext cx="0" cy="0"/>
          <a:chOff x="0" y="0"/>
          <a:chExt cx="0" cy="0"/>
        </a:xfrm>
      </p:grpSpPr>
      <p:sp>
        <p:nvSpPr>
          <p:cNvPr id="48" name="Google Shape;48;p50"/>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800"/>
              <a:buFont typeface="Arial"/>
              <a:buNone/>
              <a:defRPr sz="38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0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49" name="Google Shape;49;p50"/>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0" name="Google Shape;50;p50"/>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1" name="Google Shape;51;p50"/>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en-GB" sz="750" b="0" i="0" u="none" strike="noStrike" cap="none">
                <a:solidFill>
                  <a:schemeClr val="lt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Quote 2 Red">
  <p:cSld name="Quote 2 Red">
    <p:bg>
      <p:bgPr>
        <a:solidFill>
          <a:srgbClr val="E0301E"/>
        </a:solidFill>
        <a:effectLst/>
      </p:bgPr>
    </p:bg>
    <p:spTree>
      <p:nvGrpSpPr>
        <p:cNvPr id="1" name="Shape 52"/>
        <p:cNvGrpSpPr/>
        <p:nvPr/>
      </p:nvGrpSpPr>
      <p:grpSpPr>
        <a:xfrm>
          <a:off x="0" y="0"/>
          <a:ext cx="0" cy="0"/>
          <a:chOff x="0" y="0"/>
          <a:chExt cx="0" cy="0"/>
        </a:xfrm>
      </p:grpSpPr>
      <p:sp>
        <p:nvSpPr>
          <p:cNvPr id="53" name="Google Shape;53;p51"/>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800"/>
              <a:buFont typeface="Arial"/>
              <a:buNone/>
              <a:defRPr sz="38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0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54" name="Google Shape;54;p51"/>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5" name="Google Shape;55;p51"/>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6" name="Google Shape;56;p51"/>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en-GB" sz="750" b="0" i="0" u="none" strike="noStrike" cap="none">
                <a:solidFill>
                  <a:schemeClr val="lt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Quote 2 Rose">
  <p:cSld name="Quote 2 Rose">
    <p:bg>
      <p:bgPr>
        <a:solidFill>
          <a:srgbClr val="D93954"/>
        </a:solidFill>
        <a:effectLst/>
      </p:bgPr>
    </p:bg>
    <p:spTree>
      <p:nvGrpSpPr>
        <p:cNvPr id="1" name="Shape 57"/>
        <p:cNvGrpSpPr/>
        <p:nvPr/>
      </p:nvGrpSpPr>
      <p:grpSpPr>
        <a:xfrm>
          <a:off x="0" y="0"/>
          <a:ext cx="0" cy="0"/>
          <a:chOff x="0" y="0"/>
          <a:chExt cx="0" cy="0"/>
        </a:xfrm>
      </p:grpSpPr>
      <p:sp>
        <p:nvSpPr>
          <p:cNvPr id="58" name="Google Shape;58;p52"/>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800"/>
              <a:buFont typeface="Arial"/>
              <a:buNone/>
              <a:defRPr sz="38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0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59" name="Google Shape;59;p52"/>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 name="Google Shape;60;p52"/>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61" name="Google Shape;61;p52"/>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en-GB" sz="750" b="0" i="0" u="none" strike="noStrike" cap="none">
                <a:solidFill>
                  <a:schemeClr val="lt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Quote 2 Grey">
  <p:cSld name="Quote 2 Grey">
    <p:bg>
      <p:bgPr>
        <a:solidFill>
          <a:srgbClr val="464646"/>
        </a:solidFill>
        <a:effectLst/>
      </p:bgPr>
    </p:bg>
    <p:spTree>
      <p:nvGrpSpPr>
        <p:cNvPr id="1" name="Shape 62"/>
        <p:cNvGrpSpPr/>
        <p:nvPr/>
      </p:nvGrpSpPr>
      <p:grpSpPr>
        <a:xfrm>
          <a:off x="0" y="0"/>
          <a:ext cx="0" cy="0"/>
          <a:chOff x="0" y="0"/>
          <a:chExt cx="0" cy="0"/>
        </a:xfrm>
      </p:grpSpPr>
      <p:sp>
        <p:nvSpPr>
          <p:cNvPr id="63" name="Google Shape;63;p53"/>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800"/>
              <a:buFont typeface="Arial"/>
              <a:buNone/>
              <a:defRPr sz="38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30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64" name="Google Shape;64;p53"/>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 name="Google Shape;65;p53"/>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66" name="Google Shape;66;p53"/>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en-GB" sz="750" b="0" i="0" u="none" strike="noStrike" cap="none">
                <a:solidFill>
                  <a:schemeClr val="lt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2">
  <p:cSld name="Quote 2">
    <p:spTree>
      <p:nvGrpSpPr>
        <p:cNvPr id="1" name="Shape 67"/>
        <p:cNvGrpSpPr/>
        <p:nvPr/>
      </p:nvGrpSpPr>
      <p:grpSpPr>
        <a:xfrm>
          <a:off x="0" y="0"/>
          <a:ext cx="0" cy="0"/>
          <a:chOff x="0" y="0"/>
          <a:chExt cx="0" cy="0"/>
        </a:xfrm>
      </p:grpSpPr>
      <p:sp>
        <p:nvSpPr>
          <p:cNvPr id="68" name="Google Shape;68;p54"/>
          <p:cNvSpPr txBox="1">
            <a:spLocks noGrp="1"/>
          </p:cNvSpPr>
          <p:nvPr>
            <p:ph type="body" idx="1"/>
          </p:nvPr>
        </p:nvSpPr>
        <p:spPr>
          <a:xfrm>
            <a:off x="442914" y="2274570"/>
            <a:ext cx="9540366" cy="3897630"/>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dk1"/>
              </a:buClr>
              <a:buSzPts val="3800"/>
              <a:buFont typeface="Arial"/>
              <a:buNone/>
              <a:defRPr sz="38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30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69" name="Google Shape;69;p54"/>
          <p:cNvSpPr/>
          <p:nvPr/>
        </p:nvSpPr>
        <p:spPr>
          <a:xfrm>
            <a:off x="442913" y="1362959"/>
            <a:ext cx="871538" cy="679450"/>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0" name="Google Shape;70;p54"/>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71"/>
        <p:cNvGrpSpPr/>
        <p:nvPr/>
      </p:nvGrpSpPr>
      <p:grpSpPr>
        <a:xfrm>
          <a:off x="0" y="0"/>
          <a:ext cx="0" cy="0"/>
          <a:chOff x="0" y="0"/>
          <a:chExt cx="0" cy="0"/>
        </a:xfrm>
      </p:grpSpPr>
      <p:sp>
        <p:nvSpPr>
          <p:cNvPr id="72" name="Google Shape;72;p55"/>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73" name="Google Shape;73;p55"/>
          <p:cNvSpPr txBox="1">
            <a:spLocks noGrp="1"/>
          </p:cNvSpPr>
          <p:nvPr>
            <p:ph type="body" idx="1"/>
          </p:nvPr>
        </p:nvSpPr>
        <p:spPr>
          <a:xfrm>
            <a:off x="442913" y="2103120"/>
            <a:ext cx="7418387" cy="407384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4" name="Google Shape;74;p55"/>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75"/>
        <p:cNvGrpSpPr/>
        <p:nvPr/>
      </p:nvGrpSpPr>
      <p:grpSpPr>
        <a:xfrm>
          <a:off x="0" y="0"/>
          <a:ext cx="0" cy="0"/>
          <a:chOff x="0" y="0"/>
          <a:chExt cx="0" cy="0"/>
        </a:xfrm>
      </p:grpSpPr>
      <p:sp>
        <p:nvSpPr>
          <p:cNvPr id="76" name="Google Shape;76;p56"/>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77" name="Google Shape;77;p56"/>
          <p:cNvSpPr txBox="1">
            <a:spLocks noGrp="1"/>
          </p:cNvSpPr>
          <p:nvPr>
            <p:ph type="body" idx="1"/>
          </p:nvPr>
        </p:nvSpPr>
        <p:spPr>
          <a:xfrm>
            <a:off x="442913" y="2103438"/>
            <a:ext cx="7418387"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8" name="Google Shape;78;p56"/>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9" name="Google Shape;79;p56"/>
          <p:cNvSpPr txBox="1">
            <a:spLocks noGrp="1"/>
          </p:cNvSpPr>
          <p:nvPr>
            <p:ph type="subTitle" idx="2"/>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Content">
  <p:cSld name="One Column Content">
    <p:spTree>
      <p:nvGrpSpPr>
        <p:cNvPr id="1" name="Shape 80"/>
        <p:cNvGrpSpPr/>
        <p:nvPr/>
      </p:nvGrpSpPr>
      <p:grpSpPr>
        <a:xfrm>
          <a:off x="0" y="0"/>
          <a:ext cx="0" cy="0"/>
          <a:chOff x="0" y="0"/>
          <a:chExt cx="0" cy="0"/>
        </a:xfrm>
      </p:grpSpPr>
      <p:sp>
        <p:nvSpPr>
          <p:cNvPr id="81" name="Google Shape;81;p57"/>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82" name="Google Shape;82;p57"/>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3" name="Google Shape;83;p57"/>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4"/>
        <p:cNvGrpSpPr/>
        <p:nvPr/>
      </p:nvGrpSpPr>
      <p:grpSpPr>
        <a:xfrm>
          <a:off x="0" y="0"/>
          <a:ext cx="0" cy="0"/>
          <a:chOff x="0" y="0"/>
          <a:chExt cx="0" cy="0"/>
        </a:xfrm>
      </p:grpSpPr>
      <p:sp>
        <p:nvSpPr>
          <p:cNvPr id="85" name="Google Shape;85;p58"/>
          <p:cNvSpPr txBox="1">
            <a:spLocks noGrp="1"/>
          </p:cNvSpPr>
          <p:nvPr>
            <p:ph type="body" idx="1"/>
          </p:nvPr>
        </p:nvSpPr>
        <p:spPr>
          <a:xfrm>
            <a:off x="442913" y="2103438"/>
            <a:ext cx="5473700" cy="4068761"/>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86" name="Google Shape;86;p58"/>
          <p:cNvSpPr txBox="1">
            <a:spLocks noGrp="1"/>
          </p:cNvSpPr>
          <p:nvPr>
            <p:ph type="body" idx="2"/>
          </p:nvPr>
        </p:nvSpPr>
        <p:spPr>
          <a:xfrm>
            <a:off x="6275388" y="2103438"/>
            <a:ext cx="54737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87" name="Google Shape;87;p58"/>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8" name="Google Shape;88;p58"/>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89"/>
        <p:cNvGrpSpPr/>
        <p:nvPr/>
      </p:nvGrpSpPr>
      <p:grpSpPr>
        <a:xfrm>
          <a:off x="0" y="0"/>
          <a:ext cx="0" cy="0"/>
          <a:chOff x="0" y="0"/>
          <a:chExt cx="0" cy="0"/>
        </a:xfrm>
      </p:grpSpPr>
      <p:sp>
        <p:nvSpPr>
          <p:cNvPr id="90" name="Google Shape;90;p59"/>
          <p:cNvSpPr txBox="1">
            <a:spLocks noGrp="1"/>
          </p:cNvSpPr>
          <p:nvPr>
            <p:ph type="body" idx="1"/>
          </p:nvPr>
        </p:nvSpPr>
        <p:spPr>
          <a:xfrm>
            <a:off x="442913"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1" name="Google Shape;91;p59"/>
          <p:cNvSpPr txBox="1">
            <a:spLocks noGrp="1"/>
          </p:cNvSpPr>
          <p:nvPr>
            <p:ph type="body" idx="2"/>
          </p:nvPr>
        </p:nvSpPr>
        <p:spPr>
          <a:xfrm>
            <a:off x="4332288"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2" name="Google Shape;92;p59"/>
          <p:cNvSpPr txBox="1">
            <a:spLocks noGrp="1"/>
          </p:cNvSpPr>
          <p:nvPr>
            <p:ph type="body" idx="3"/>
          </p:nvPr>
        </p:nvSpPr>
        <p:spPr>
          <a:xfrm>
            <a:off x="8220076"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3" name="Google Shape;93;p59"/>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94" name="Google Shape;94;p59"/>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95"/>
        <p:cNvGrpSpPr/>
        <p:nvPr/>
      </p:nvGrpSpPr>
      <p:grpSpPr>
        <a:xfrm>
          <a:off x="0" y="0"/>
          <a:ext cx="0" cy="0"/>
          <a:chOff x="0" y="0"/>
          <a:chExt cx="0" cy="0"/>
        </a:xfrm>
      </p:grpSpPr>
      <p:sp>
        <p:nvSpPr>
          <p:cNvPr id="96" name="Google Shape;96;p60"/>
          <p:cNvSpPr txBox="1">
            <a:spLocks noGrp="1"/>
          </p:cNvSpPr>
          <p:nvPr>
            <p:ph type="body" idx="1"/>
          </p:nvPr>
        </p:nvSpPr>
        <p:spPr>
          <a:xfrm>
            <a:off x="442913" y="2103438"/>
            <a:ext cx="25560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7" name="Google Shape;97;p60"/>
          <p:cNvSpPr txBox="1">
            <a:spLocks noGrp="1"/>
          </p:cNvSpPr>
          <p:nvPr>
            <p:ph type="body" idx="2"/>
          </p:nvPr>
        </p:nvSpPr>
        <p:spPr>
          <a:xfrm>
            <a:off x="3360613" y="2103438"/>
            <a:ext cx="25560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8" name="Google Shape;98;p60"/>
          <p:cNvSpPr txBox="1">
            <a:spLocks noGrp="1"/>
          </p:cNvSpPr>
          <p:nvPr>
            <p:ph type="body" idx="3"/>
          </p:nvPr>
        </p:nvSpPr>
        <p:spPr>
          <a:xfrm>
            <a:off x="6275388" y="2103438"/>
            <a:ext cx="25560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99" name="Google Shape;99;p60"/>
          <p:cNvSpPr txBox="1">
            <a:spLocks noGrp="1"/>
          </p:cNvSpPr>
          <p:nvPr>
            <p:ph type="body" idx="4"/>
          </p:nvPr>
        </p:nvSpPr>
        <p:spPr>
          <a:xfrm>
            <a:off x="9190163" y="2103438"/>
            <a:ext cx="25560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0" name="Google Shape;100;p60"/>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01" name="Google Shape;101;p60"/>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Five Content">
  <p:cSld name="Five Content">
    <p:spTree>
      <p:nvGrpSpPr>
        <p:cNvPr id="1" name="Shape 102"/>
        <p:cNvGrpSpPr/>
        <p:nvPr/>
      </p:nvGrpSpPr>
      <p:grpSpPr>
        <a:xfrm>
          <a:off x="0" y="0"/>
          <a:ext cx="0" cy="0"/>
          <a:chOff x="0" y="0"/>
          <a:chExt cx="0" cy="0"/>
        </a:xfrm>
      </p:grpSpPr>
      <p:sp>
        <p:nvSpPr>
          <p:cNvPr id="103" name="Google Shape;103;p61"/>
          <p:cNvSpPr txBox="1">
            <a:spLocks noGrp="1"/>
          </p:cNvSpPr>
          <p:nvPr>
            <p:ph type="body" idx="1"/>
          </p:nvPr>
        </p:nvSpPr>
        <p:spPr>
          <a:xfrm>
            <a:off x="442913"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4" name="Google Shape;104;p61"/>
          <p:cNvSpPr txBox="1">
            <a:spLocks noGrp="1"/>
          </p:cNvSpPr>
          <p:nvPr>
            <p:ph type="body" idx="2"/>
          </p:nvPr>
        </p:nvSpPr>
        <p:spPr>
          <a:xfrm>
            <a:off x="2777045"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5" name="Google Shape;105;p61"/>
          <p:cNvSpPr txBox="1">
            <a:spLocks noGrp="1"/>
          </p:cNvSpPr>
          <p:nvPr>
            <p:ph type="body" idx="3"/>
          </p:nvPr>
        </p:nvSpPr>
        <p:spPr>
          <a:xfrm>
            <a:off x="5111177"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6" name="Google Shape;106;p61"/>
          <p:cNvSpPr txBox="1">
            <a:spLocks noGrp="1"/>
          </p:cNvSpPr>
          <p:nvPr>
            <p:ph type="body" idx="4"/>
          </p:nvPr>
        </p:nvSpPr>
        <p:spPr>
          <a:xfrm>
            <a:off x="7445309"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7" name="Google Shape;107;p61"/>
          <p:cNvSpPr txBox="1">
            <a:spLocks noGrp="1"/>
          </p:cNvSpPr>
          <p:nvPr>
            <p:ph type="body" idx="5"/>
          </p:nvPr>
        </p:nvSpPr>
        <p:spPr>
          <a:xfrm>
            <a:off x="9779443"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8" name="Google Shape;108;p61"/>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09" name="Google Shape;109;p61"/>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ull Content">
  <p:cSld name="Title and Full Content">
    <p:spTree>
      <p:nvGrpSpPr>
        <p:cNvPr id="1" name="Shape 110"/>
        <p:cNvGrpSpPr/>
        <p:nvPr/>
      </p:nvGrpSpPr>
      <p:grpSpPr>
        <a:xfrm>
          <a:off x="0" y="0"/>
          <a:ext cx="0" cy="0"/>
          <a:chOff x="0" y="0"/>
          <a:chExt cx="0" cy="0"/>
        </a:xfrm>
      </p:grpSpPr>
      <p:sp>
        <p:nvSpPr>
          <p:cNvPr id="111" name="Google Shape;111;p62"/>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12" name="Google Shape;112;p62"/>
          <p:cNvSpPr txBox="1">
            <a:spLocks noGrp="1"/>
          </p:cNvSpPr>
          <p:nvPr>
            <p:ph type="body" idx="1"/>
          </p:nvPr>
        </p:nvSpPr>
        <p:spPr>
          <a:xfrm>
            <a:off x="442913" y="2103120"/>
            <a:ext cx="11306175" cy="407384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13" name="Google Shape;113;p62"/>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Section Header Rose">
  <p:cSld name="Section Header Rose">
    <p:bg>
      <p:bgPr>
        <a:solidFill>
          <a:srgbClr val="D93954"/>
        </a:solidFill>
        <a:effectLst/>
      </p:bgPr>
    </p:bg>
    <p:spTree>
      <p:nvGrpSpPr>
        <p:cNvPr id="1" name="Shape 114"/>
        <p:cNvGrpSpPr/>
        <p:nvPr/>
      </p:nvGrpSpPr>
      <p:grpSpPr>
        <a:xfrm>
          <a:off x="0" y="0"/>
          <a:ext cx="0" cy="0"/>
          <a:chOff x="0" y="0"/>
          <a:chExt cx="0" cy="0"/>
        </a:xfrm>
      </p:grpSpPr>
      <p:sp>
        <p:nvSpPr>
          <p:cNvPr id="115" name="Google Shape;115;p63"/>
          <p:cNvSpPr txBox="1">
            <a:spLocks noGrp="1"/>
          </p:cNvSpPr>
          <p:nvPr>
            <p:ph type="title"/>
          </p:nvPr>
        </p:nvSpPr>
        <p:spPr>
          <a:xfrm>
            <a:off x="4951413" y="2103438"/>
            <a:ext cx="4936658" cy="256426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4000"/>
              <a:buFont typeface="Arial"/>
              <a:buNone/>
              <a:defRPr sz="40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16" name="Google Shape;116;p63"/>
          <p:cNvSpPr txBox="1">
            <a:spLocks noGrp="1"/>
          </p:cNvSpPr>
          <p:nvPr>
            <p:ph type="subTitle" idx="1"/>
          </p:nvPr>
        </p:nvSpPr>
        <p:spPr>
          <a:xfrm>
            <a:off x="442912" y="0"/>
            <a:ext cx="4344987" cy="68580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1pPr>
            <a:lvl2pPr marR="0" lvl="1"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65000"/>
              <a:buFont typeface="Arial"/>
              <a:buNone/>
              <a:defRPr sz="650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117"/>
        <p:cNvGrpSpPr/>
        <p:nvPr/>
      </p:nvGrpSpPr>
      <p:grpSpPr>
        <a:xfrm>
          <a:off x="0" y="0"/>
          <a:ext cx="0" cy="0"/>
          <a:chOff x="0" y="0"/>
          <a:chExt cx="0" cy="0"/>
        </a:xfrm>
      </p:grpSpPr>
      <p:sp>
        <p:nvSpPr>
          <p:cNvPr id="118" name="Google Shape;118;p64"/>
          <p:cNvSpPr/>
          <p:nvPr/>
        </p:nvSpPr>
        <p:spPr>
          <a:xfrm>
            <a:off x="6096000" y="0"/>
            <a:ext cx="6096000" cy="6858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19" name="Google Shape;119;p64"/>
          <p:cNvSpPr txBox="1">
            <a:spLocks noGrp="1"/>
          </p:cNvSpPr>
          <p:nvPr>
            <p:ph type="body" idx="1"/>
          </p:nvPr>
        </p:nvSpPr>
        <p:spPr>
          <a:xfrm>
            <a:off x="442913" y="2103438"/>
            <a:ext cx="5317807" cy="4068761"/>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0" name="Google Shape;120;p64"/>
          <p:cNvSpPr txBox="1">
            <a:spLocks noGrp="1"/>
          </p:cNvSpPr>
          <p:nvPr>
            <p:ph type="title"/>
          </p:nvPr>
        </p:nvSpPr>
        <p:spPr>
          <a:xfrm>
            <a:off x="442913" y="432000"/>
            <a:ext cx="5317807"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21" name="Google Shape;121;p64"/>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Images">
  <p:cSld name="Three Images">
    <p:spTree>
      <p:nvGrpSpPr>
        <p:cNvPr id="1" name="Shape 122"/>
        <p:cNvGrpSpPr/>
        <p:nvPr/>
      </p:nvGrpSpPr>
      <p:grpSpPr>
        <a:xfrm>
          <a:off x="0" y="0"/>
          <a:ext cx="0" cy="0"/>
          <a:chOff x="0" y="0"/>
          <a:chExt cx="0" cy="0"/>
        </a:xfrm>
      </p:grpSpPr>
      <p:sp>
        <p:nvSpPr>
          <p:cNvPr id="123" name="Google Shape;123;p65"/>
          <p:cNvSpPr/>
          <p:nvPr/>
        </p:nvSpPr>
        <p:spPr>
          <a:xfrm>
            <a:off x="442911" y="2100263"/>
            <a:ext cx="3529013" cy="301752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24" name="Google Shape;124;p65"/>
          <p:cNvSpPr/>
          <p:nvPr/>
        </p:nvSpPr>
        <p:spPr>
          <a:xfrm>
            <a:off x="4331493" y="2100263"/>
            <a:ext cx="3529013" cy="301752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25" name="Google Shape;125;p65"/>
          <p:cNvSpPr/>
          <p:nvPr/>
        </p:nvSpPr>
        <p:spPr>
          <a:xfrm>
            <a:off x="8220075" y="2100263"/>
            <a:ext cx="3529013" cy="301752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26" name="Google Shape;126;p65"/>
          <p:cNvSpPr txBox="1">
            <a:spLocks noGrp="1"/>
          </p:cNvSpPr>
          <p:nvPr>
            <p:ph type="body" idx="1"/>
          </p:nvPr>
        </p:nvSpPr>
        <p:spPr>
          <a:xfrm>
            <a:off x="442913" y="5280025"/>
            <a:ext cx="3529012" cy="892175"/>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7" name="Google Shape;127;p65"/>
          <p:cNvSpPr txBox="1">
            <a:spLocks noGrp="1"/>
          </p:cNvSpPr>
          <p:nvPr>
            <p:ph type="body" idx="2"/>
          </p:nvPr>
        </p:nvSpPr>
        <p:spPr>
          <a:xfrm>
            <a:off x="4331495" y="5280025"/>
            <a:ext cx="3529012" cy="892175"/>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8" name="Google Shape;128;p65"/>
          <p:cNvSpPr txBox="1">
            <a:spLocks noGrp="1"/>
          </p:cNvSpPr>
          <p:nvPr>
            <p:ph type="body" idx="3"/>
          </p:nvPr>
        </p:nvSpPr>
        <p:spPr>
          <a:xfrm>
            <a:off x="8220076" y="5280025"/>
            <a:ext cx="3529012" cy="892175"/>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9" name="Google Shape;129;p65"/>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30" name="Google Shape;130;p65"/>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 Content Infographic">
  <p:cSld name="Three Content Infographic">
    <p:spTree>
      <p:nvGrpSpPr>
        <p:cNvPr id="1" name="Shape 131"/>
        <p:cNvGrpSpPr/>
        <p:nvPr/>
      </p:nvGrpSpPr>
      <p:grpSpPr>
        <a:xfrm>
          <a:off x="0" y="0"/>
          <a:ext cx="0" cy="0"/>
          <a:chOff x="0" y="0"/>
          <a:chExt cx="0" cy="0"/>
        </a:xfrm>
      </p:grpSpPr>
      <p:sp>
        <p:nvSpPr>
          <p:cNvPr id="132" name="Google Shape;132;p66"/>
          <p:cNvSpPr txBox="1">
            <a:spLocks noGrp="1"/>
          </p:cNvSpPr>
          <p:nvPr>
            <p:ph type="body" idx="1"/>
          </p:nvPr>
        </p:nvSpPr>
        <p:spPr>
          <a:xfrm>
            <a:off x="442913" y="3599542"/>
            <a:ext cx="3529012" cy="2578057"/>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3" name="Google Shape;133;p66"/>
          <p:cNvSpPr txBox="1">
            <a:spLocks noGrp="1"/>
          </p:cNvSpPr>
          <p:nvPr>
            <p:ph type="body" idx="2"/>
          </p:nvPr>
        </p:nvSpPr>
        <p:spPr>
          <a:xfrm>
            <a:off x="442913" y="2095500"/>
            <a:ext cx="3529012" cy="1333500"/>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3"/>
              </a:buClr>
              <a:buSzPts val="8500"/>
              <a:buFont typeface="Arial"/>
              <a:buNone/>
              <a:defRPr sz="8500" b="0" i="0" u="none" strike="noStrike" cap="none">
                <a:solidFill>
                  <a:schemeClr val="accent3"/>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4" name="Google Shape;134;p66"/>
          <p:cNvSpPr txBox="1">
            <a:spLocks noGrp="1"/>
          </p:cNvSpPr>
          <p:nvPr>
            <p:ph type="body" idx="3"/>
          </p:nvPr>
        </p:nvSpPr>
        <p:spPr>
          <a:xfrm>
            <a:off x="4327524" y="2095500"/>
            <a:ext cx="3533775" cy="1333500"/>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dk2"/>
              </a:buClr>
              <a:buSzPts val="8500"/>
              <a:buFont typeface="Arial"/>
              <a:buNone/>
              <a:defRPr sz="8500" b="0" i="0" u="none" strike="noStrike" cap="none">
                <a:solidFill>
                  <a:schemeClr val="dk2"/>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5" name="Google Shape;135;p66"/>
          <p:cNvSpPr txBox="1">
            <a:spLocks noGrp="1"/>
          </p:cNvSpPr>
          <p:nvPr>
            <p:ph type="body" idx="4"/>
          </p:nvPr>
        </p:nvSpPr>
        <p:spPr>
          <a:xfrm>
            <a:off x="8222571" y="2095500"/>
            <a:ext cx="3529012" cy="1333500"/>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1"/>
              </a:buClr>
              <a:buSzPts val="8500"/>
              <a:buFont typeface="Arial"/>
              <a:buNone/>
              <a:defRPr sz="8500" b="0" i="0" u="none" strike="noStrike" cap="none">
                <a:solidFill>
                  <a:schemeClr val="accent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6" name="Google Shape;136;p66"/>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37" name="Google Shape;137;p66"/>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38" name="Google Shape;138;p66"/>
          <p:cNvSpPr txBox="1">
            <a:spLocks noGrp="1"/>
          </p:cNvSpPr>
          <p:nvPr>
            <p:ph type="body" idx="5"/>
          </p:nvPr>
        </p:nvSpPr>
        <p:spPr>
          <a:xfrm>
            <a:off x="4327525" y="3599542"/>
            <a:ext cx="3533775" cy="2578057"/>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9" name="Google Shape;139;p66"/>
          <p:cNvSpPr txBox="1">
            <a:spLocks noGrp="1"/>
          </p:cNvSpPr>
          <p:nvPr>
            <p:ph type="body" idx="6"/>
          </p:nvPr>
        </p:nvSpPr>
        <p:spPr>
          <a:xfrm>
            <a:off x="8222571" y="3599542"/>
            <a:ext cx="3529012" cy="2578057"/>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nfographic and Chart">
  <p:cSld name="Infographic and Chart">
    <p:spTree>
      <p:nvGrpSpPr>
        <p:cNvPr id="1" name="Shape 140"/>
        <p:cNvGrpSpPr/>
        <p:nvPr/>
      </p:nvGrpSpPr>
      <p:grpSpPr>
        <a:xfrm>
          <a:off x="0" y="0"/>
          <a:ext cx="0" cy="0"/>
          <a:chOff x="0" y="0"/>
          <a:chExt cx="0" cy="0"/>
        </a:xfrm>
      </p:grpSpPr>
      <p:sp>
        <p:nvSpPr>
          <p:cNvPr id="141" name="Google Shape;141;p67"/>
          <p:cNvSpPr/>
          <p:nvPr/>
        </p:nvSpPr>
        <p:spPr>
          <a:xfrm>
            <a:off x="0" y="2103438"/>
            <a:ext cx="3971925" cy="4068762"/>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2" name="Google Shape;142;p67"/>
          <p:cNvSpPr txBox="1">
            <a:spLocks noGrp="1"/>
          </p:cNvSpPr>
          <p:nvPr>
            <p:ph type="body" idx="1"/>
          </p:nvPr>
        </p:nvSpPr>
        <p:spPr>
          <a:xfrm>
            <a:off x="360370" y="2103120"/>
            <a:ext cx="3611880" cy="1737360"/>
          </a:xfrm>
          <a:prstGeom prst="rect">
            <a:avLst/>
          </a:prstGeom>
          <a:noFill/>
          <a:ln>
            <a:noFill/>
          </a:ln>
        </p:spPr>
        <p:txBody>
          <a:bodyPr spcFirstLastPara="1" wrap="square" lIns="0" tIns="0" rIns="0" bIns="0" anchor="t" anchorCtr="0">
            <a:noAutofit/>
          </a:bodyPr>
          <a:lstStyle>
            <a:lvl1pPr marL="457200" marR="0" lvl="0" indent="-228600" algn="l">
              <a:lnSpc>
                <a:spcPct val="80000"/>
              </a:lnSpc>
              <a:spcBef>
                <a:spcPts val="0"/>
              </a:spcBef>
              <a:spcAft>
                <a:spcPts val="0"/>
              </a:spcAft>
              <a:buClr>
                <a:schemeClr val="lt1"/>
              </a:buClr>
              <a:buSzPts val="13600"/>
              <a:buFont typeface="Arial"/>
              <a:buNone/>
              <a:defRPr sz="13600" b="1" i="0" u="none" strike="noStrike" cap="none">
                <a:solidFill>
                  <a:schemeClr val="lt1"/>
                </a:solidFill>
                <a:latin typeface="Arial"/>
                <a:ea typeface="Arial"/>
                <a:cs typeface="Arial"/>
                <a:sym typeface="Arial"/>
              </a:defRPr>
            </a:lvl1pPr>
            <a:lvl2pPr marL="914400" marR="0" lvl="1"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3" name="Google Shape;143;p67"/>
          <p:cNvSpPr txBox="1">
            <a:spLocks noGrp="1"/>
          </p:cNvSpPr>
          <p:nvPr>
            <p:ph type="body" idx="2"/>
          </p:nvPr>
        </p:nvSpPr>
        <p:spPr>
          <a:xfrm>
            <a:off x="442914" y="3931920"/>
            <a:ext cx="3328986" cy="2061784"/>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144" name="Google Shape;144;p67"/>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45" name="Google Shape;145;p67"/>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One Column Content Dark">
  <p:cSld name="One Column Content Dark">
    <p:bg>
      <p:bgPr>
        <a:solidFill>
          <a:srgbClr val="464646"/>
        </a:solidFill>
        <a:effectLst/>
      </p:bgPr>
    </p:bg>
    <p:spTree>
      <p:nvGrpSpPr>
        <p:cNvPr id="1" name="Shape 146"/>
        <p:cNvGrpSpPr/>
        <p:nvPr/>
      </p:nvGrpSpPr>
      <p:grpSpPr>
        <a:xfrm>
          <a:off x="0" y="0"/>
          <a:ext cx="0" cy="0"/>
          <a:chOff x="0" y="0"/>
          <a:chExt cx="0" cy="0"/>
        </a:xfrm>
      </p:grpSpPr>
      <p:sp>
        <p:nvSpPr>
          <p:cNvPr id="147" name="Google Shape;147;p68"/>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2pPr>
            <a:lvl3pPr marL="1371600" marR="0" lvl="2"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3pPr>
            <a:lvl4pPr marL="1828800" marR="0" lvl="3"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4pPr>
            <a:lvl5pPr marL="2286000" marR="0" lvl="4"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5pPr>
            <a:lvl6pPr marL="2743200" marR="0" lvl="5"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6pPr>
            <a:lvl7pPr marL="3200400" marR="0" lvl="6"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7pPr>
            <a:lvl8pPr marL="3657600" marR="0" lvl="7"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8pPr>
            <a:lvl9pPr marL="4114800" marR="0" lvl="8" indent="-330200" algn="l">
              <a:lnSpc>
                <a:spcPct val="100000"/>
              </a:lnSpc>
              <a:spcBef>
                <a:spcPts val="600"/>
              </a:spcBef>
              <a:spcAft>
                <a:spcPts val="600"/>
              </a:spcAft>
              <a:buClr>
                <a:schemeClr val="lt1"/>
              </a:buClr>
              <a:buSzPts val="1600"/>
              <a:buFont typeface="Arial"/>
              <a:buChar char="•"/>
              <a:defRPr sz="1600" b="0" i="0" u="none" strike="noStrike" cap="none">
                <a:solidFill>
                  <a:schemeClr val="lt1"/>
                </a:solidFill>
                <a:latin typeface="Arial"/>
                <a:ea typeface="Arial"/>
                <a:cs typeface="Arial"/>
                <a:sym typeface="Arial"/>
              </a:defRPr>
            </a:lvl9pPr>
          </a:lstStyle>
          <a:p>
            <a:endParaRPr/>
          </a:p>
        </p:txBody>
      </p:sp>
      <p:sp>
        <p:nvSpPr>
          <p:cNvPr id="148" name="Google Shape;148;p68"/>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3200"/>
              <a:buFont typeface="Georgia"/>
              <a:buNone/>
              <a:defRPr sz="32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49" name="Google Shape;149;p68"/>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50" name="Google Shape;150;p68"/>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en-GB" sz="750" b="0" i="0" u="none" strike="noStrike" cap="none">
                <a:solidFill>
                  <a:schemeClr val="lt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Title and Chart Dark">
  <p:cSld name="Title and Chart Dark">
    <p:bg>
      <p:bgPr>
        <a:solidFill>
          <a:srgbClr val="464646"/>
        </a:solidFill>
        <a:effectLst/>
      </p:bgPr>
    </p:bg>
    <p:spTree>
      <p:nvGrpSpPr>
        <p:cNvPr id="1" name="Shape 151"/>
        <p:cNvGrpSpPr/>
        <p:nvPr/>
      </p:nvGrpSpPr>
      <p:grpSpPr>
        <a:xfrm>
          <a:off x="0" y="0"/>
          <a:ext cx="0" cy="0"/>
          <a:chOff x="0" y="0"/>
          <a:chExt cx="0" cy="0"/>
        </a:xfrm>
      </p:grpSpPr>
      <p:sp>
        <p:nvSpPr>
          <p:cNvPr id="152" name="Google Shape;152;p69"/>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3200"/>
              <a:buFont typeface="Georgia"/>
              <a:buNone/>
              <a:defRPr sz="32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53" name="Google Shape;153;p69"/>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54" name="Google Shape;154;p69"/>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en-GB" sz="750" b="0" i="0" u="none" strike="noStrike" cap="none">
                <a:solidFill>
                  <a:schemeClr val="lt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Chart">
  <p:cSld name="One Column Chart">
    <p:spTree>
      <p:nvGrpSpPr>
        <p:cNvPr id="1" name="Shape 155"/>
        <p:cNvGrpSpPr/>
        <p:nvPr/>
      </p:nvGrpSpPr>
      <p:grpSpPr>
        <a:xfrm>
          <a:off x="0" y="0"/>
          <a:ext cx="0" cy="0"/>
          <a:chOff x="0" y="0"/>
          <a:chExt cx="0" cy="0"/>
        </a:xfrm>
      </p:grpSpPr>
      <p:sp>
        <p:nvSpPr>
          <p:cNvPr id="156" name="Google Shape;156;p70"/>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57" name="Google Shape;157;p70"/>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58" name="Google Shape;158;p70"/>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One Column Chart Dark">
  <p:cSld name="One Column Chart Dark">
    <p:bg>
      <p:bgPr>
        <a:solidFill>
          <a:srgbClr val="464646"/>
        </a:solidFill>
        <a:effectLst/>
      </p:bgPr>
    </p:bg>
    <p:spTree>
      <p:nvGrpSpPr>
        <p:cNvPr id="1" name="Shape 159"/>
        <p:cNvGrpSpPr/>
        <p:nvPr/>
      </p:nvGrpSpPr>
      <p:grpSpPr>
        <a:xfrm>
          <a:off x="0" y="0"/>
          <a:ext cx="0" cy="0"/>
          <a:chOff x="0" y="0"/>
          <a:chExt cx="0" cy="0"/>
        </a:xfrm>
      </p:grpSpPr>
      <p:sp>
        <p:nvSpPr>
          <p:cNvPr id="160" name="Google Shape;160;p71"/>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2pPr>
            <a:lvl3pPr marL="1371600" marR="0" lvl="2"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3pPr>
            <a:lvl4pPr marL="1828800" marR="0" lvl="3"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4pPr>
            <a:lvl5pPr marL="2286000" marR="0" lvl="4"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5pPr>
            <a:lvl6pPr marL="2743200" marR="0" lvl="5"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6pPr>
            <a:lvl7pPr marL="3200400" marR="0" lvl="6"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7pPr>
            <a:lvl8pPr marL="3657600" marR="0" lvl="7" indent="-330200" algn="l">
              <a:lnSpc>
                <a:spcPct val="10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8pPr>
            <a:lvl9pPr marL="4114800" marR="0" lvl="8" indent="-330200" algn="l">
              <a:lnSpc>
                <a:spcPct val="100000"/>
              </a:lnSpc>
              <a:spcBef>
                <a:spcPts val="600"/>
              </a:spcBef>
              <a:spcAft>
                <a:spcPts val="600"/>
              </a:spcAft>
              <a:buClr>
                <a:schemeClr val="lt1"/>
              </a:buClr>
              <a:buSzPts val="1600"/>
              <a:buFont typeface="Arial"/>
              <a:buChar char="•"/>
              <a:defRPr sz="1600" b="0" i="0" u="none" strike="noStrike" cap="none">
                <a:solidFill>
                  <a:schemeClr val="lt1"/>
                </a:solidFill>
                <a:latin typeface="Arial"/>
                <a:ea typeface="Arial"/>
                <a:cs typeface="Arial"/>
                <a:sym typeface="Arial"/>
              </a:defRPr>
            </a:lvl9pPr>
          </a:lstStyle>
          <a:p>
            <a:endParaRPr/>
          </a:p>
        </p:txBody>
      </p:sp>
      <p:sp>
        <p:nvSpPr>
          <p:cNvPr id="161" name="Google Shape;161;p71"/>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3200"/>
              <a:buFont typeface="Georgia"/>
              <a:buNone/>
              <a:defRPr sz="32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62" name="Google Shape;162;p71"/>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63" name="Google Shape;163;p71"/>
          <p:cNvSpPr txBox="1"/>
          <p:nvPr/>
        </p:nvSpPr>
        <p:spPr>
          <a:xfrm>
            <a:off x="442913" y="6492240"/>
            <a:ext cx="5473700" cy="13716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750"/>
              <a:buFont typeface="Arial"/>
              <a:buNone/>
            </a:pPr>
            <a:r>
              <a:rPr lang="en-GB" sz="750" b="0" i="0" u="none" strike="noStrike" cap="none">
                <a:solidFill>
                  <a:schemeClr val="lt1"/>
                </a:solidFill>
                <a:latin typeface="Arial"/>
                <a:ea typeface="Arial"/>
                <a:cs typeface="Arial"/>
                <a:sym typeface="Arial"/>
              </a:rPr>
              <a:t>PwC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Four Text Boxes for Icons">
  <p:cSld name="Four Text Boxes for Icons">
    <p:spTree>
      <p:nvGrpSpPr>
        <p:cNvPr id="1" name="Shape 164"/>
        <p:cNvGrpSpPr/>
        <p:nvPr/>
      </p:nvGrpSpPr>
      <p:grpSpPr>
        <a:xfrm>
          <a:off x="0" y="0"/>
          <a:ext cx="0" cy="0"/>
          <a:chOff x="0" y="0"/>
          <a:chExt cx="0" cy="0"/>
        </a:xfrm>
      </p:grpSpPr>
      <p:sp>
        <p:nvSpPr>
          <p:cNvPr id="165" name="Google Shape;165;p72"/>
          <p:cNvSpPr txBox="1">
            <a:spLocks noGrp="1"/>
          </p:cNvSpPr>
          <p:nvPr>
            <p:ph type="body" idx="1"/>
          </p:nvPr>
        </p:nvSpPr>
        <p:spPr>
          <a:xfrm>
            <a:off x="442913" y="3429000"/>
            <a:ext cx="2560320" cy="2743200"/>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66" name="Google Shape;166;p72"/>
          <p:cNvSpPr txBox="1">
            <a:spLocks noGrp="1"/>
          </p:cNvSpPr>
          <p:nvPr>
            <p:ph type="body" idx="2"/>
          </p:nvPr>
        </p:nvSpPr>
        <p:spPr>
          <a:xfrm>
            <a:off x="3359638" y="3429000"/>
            <a:ext cx="2560320" cy="2743200"/>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67" name="Google Shape;167;p72"/>
          <p:cNvSpPr txBox="1">
            <a:spLocks noGrp="1"/>
          </p:cNvSpPr>
          <p:nvPr>
            <p:ph type="body" idx="3"/>
          </p:nvPr>
        </p:nvSpPr>
        <p:spPr>
          <a:xfrm>
            <a:off x="6276363" y="3429000"/>
            <a:ext cx="2560320" cy="2743200"/>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68" name="Google Shape;168;p72"/>
          <p:cNvSpPr txBox="1">
            <a:spLocks noGrp="1"/>
          </p:cNvSpPr>
          <p:nvPr>
            <p:ph type="body" idx="4"/>
          </p:nvPr>
        </p:nvSpPr>
        <p:spPr>
          <a:xfrm>
            <a:off x="9193088" y="3429000"/>
            <a:ext cx="2560320" cy="2743200"/>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69" name="Google Shape;169;p72"/>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70" name="Google Shape;170;p72"/>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Four Team Images">
  <p:cSld name="Four Team Images">
    <p:spTree>
      <p:nvGrpSpPr>
        <p:cNvPr id="1" name="Shape 171"/>
        <p:cNvGrpSpPr/>
        <p:nvPr/>
      </p:nvGrpSpPr>
      <p:grpSpPr>
        <a:xfrm>
          <a:off x="0" y="0"/>
          <a:ext cx="0" cy="0"/>
          <a:chOff x="0" y="0"/>
          <a:chExt cx="0" cy="0"/>
        </a:xfrm>
      </p:grpSpPr>
      <p:sp>
        <p:nvSpPr>
          <p:cNvPr id="172" name="Google Shape;172;p73"/>
          <p:cNvSpPr/>
          <p:nvPr/>
        </p:nvSpPr>
        <p:spPr>
          <a:xfrm>
            <a:off x="442912" y="2100263"/>
            <a:ext cx="1325880" cy="1328737"/>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73" name="Google Shape;173;p73"/>
          <p:cNvSpPr/>
          <p:nvPr/>
        </p:nvSpPr>
        <p:spPr>
          <a:xfrm>
            <a:off x="3359637" y="2100263"/>
            <a:ext cx="1325880" cy="1328737"/>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74" name="Google Shape;174;p73"/>
          <p:cNvSpPr/>
          <p:nvPr/>
        </p:nvSpPr>
        <p:spPr>
          <a:xfrm>
            <a:off x="6276362" y="2100263"/>
            <a:ext cx="1325880" cy="1328737"/>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75" name="Google Shape;175;p73"/>
          <p:cNvSpPr/>
          <p:nvPr/>
        </p:nvSpPr>
        <p:spPr>
          <a:xfrm>
            <a:off x="9193088" y="2100263"/>
            <a:ext cx="1325880" cy="1328737"/>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176" name="Google Shape;176;p73"/>
          <p:cNvSpPr txBox="1">
            <a:spLocks noGrp="1"/>
          </p:cNvSpPr>
          <p:nvPr>
            <p:ph type="body" idx="1"/>
          </p:nvPr>
        </p:nvSpPr>
        <p:spPr>
          <a:xfrm>
            <a:off x="442912" y="3657600"/>
            <a:ext cx="2560320" cy="2514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300"/>
              </a:spcBef>
              <a:spcAft>
                <a:spcPts val="30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77" name="Google Shape;177;p73"/>
          <p:cNvSpPr txBox="1">
            <a:spLocks noGrp="1"/>
          </p:cNvSpPr>
          <p:nvPr>
            <p:ph type="body" idx="2"/>
          </p:nvPr>
        </p:nvSpPr>
        <p:spPr>
          <a:xfrm>
            <a:off x="3359638" y="3657600"/>
            <a:ext cx="2560320" cy="2514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300"/>
              </a:spcBef>
              <a:spcAft>
                <a:spcPts val="30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78" name="Google Shape;178;p73"/>
          <p:cNvSpPr txBox="1">
            <a:spLocks noGrp="1"/>
          </p:cNvSpPr>
          <p:nvPr>
            <p:ph type="body" idx="3"/>
          </p:nvPr>
        </p:nvSpPr>
        <p:spPr>
          <a:xfrm>
            <a:off x="6276362" y="3657600"/>
            <a:ext cx="2560320" cy="2514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300"/>
              </a:spcBef>
              <a:spcAft>
                <a:spcPts val="30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79" name="Google Shape;179;p73"/>
          <p:cNvSpPr txBox="1">
            <a:spLocks noGrp="1"/>
          </p:cNvSpPr>
          <p:nvPr>
            <p:ph type="body" idx="4"/>
          </p:nvPr>
        </p:nvSpPr>
        <p:spPr>
          <a:xfrm>
            <a:off x="9193088" y="3657600"/>
            <a:ext cx="2560320" cy="2514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300"/>
              </a:spcBef>
              <a:spcAft>
                <a:spcPts val="30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80" name="Google Shape;180;p73"/>
          <p:cNvSpPr txBox="1">
            <a:spLocks noGrp="1"/>
          </p:cNvSpPr>
          <p:nvPr>
            <p:ph type="title"/>
          </p:nvPr>
        </p:nvSpPr>
        <p:spPr>
          <a:xfrm>
            <a:off x="442913" y="432000"/>
            <a:ext cx="11306175" cy="13872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81" name="Google Shape;181;p73"/>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Title Slide 1">
  <p:cSld name="Title Slide 1">
    <p:spTree>
      <p:nvGrpSpPr>
        <p:cNvPr id="1" name="Shape 182"/>
        <p:cNvGrpSpPr/>
        <p:nvPr/>
      </p:nvGrpSpPr>
      <p:grpSpPr>
        <a:xfrm>
          <a:off x="0" y="0"/>
          <a:ext cx="0" cy="0"/>
          <a:chOff x="0" y="0"/>
          <a:chExt cx="0" cy="0"/>
        </a:xfrm>
      </p:grpSpPr>
      <p:sp>
        <p:nvSpPr>
          <p:cNvPr id="183" name="Google Shape;183;p75"/>
          <p:cNvSpPr/>
          <p:nvPr/>
        </p:nvSpPr>
        <p:spPr>
          <a:xfrm>
            <a:off x="0" y="0"/>
            <a:ext cx="8096250" cy="3429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4" name="Google Shape;184;p75"/>
          <p:cNvSpPr/>
          <p:nvPr/>
        </p:nvSpPr>
        <p:spPr>
          <a:xfrm>
            <a:off x="0" y="3429000"/>
            <a:ext cx="8096250" cy="1143000"/>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5" name="Google Shape;185;p75"/>
          <p:cNvSpPr/>
          <p:nvPr/>
        </p:nvSpPr>
        <p:spPr>
          <a:xfrm>
            <a:off x="8096250" y="0"/>
            <a:ext cx="4095750" cy="3429000"/>
          </a:xfrm>
          <a:prstGeom prst="rect">
            <a:avLst/>
          </a:prstGeom>
          <a:solidFill>
            <a:srgbClr val="EB8C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6" name="Google Shape;186;p75"/>
          <p:cNvSpPr txBox="1">
            <a:spLocks noGrp="1"/>
          </p:cNvSpPr>
          <p:nvPr>
            <p:ph type="ctrTitle"/>
          </p:nvPr>
        </p:nvSpPr>
        <p:spPr>
          <a:xfrm>
            <a:off x="442912" y="428625"/>
            <a:ext cx="7418388" cy="2651760"/>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6000"/>
              <a:buFont typeface="Georgia"/>
              <a:buNone/>
              <a:defRPr sz="6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87" name="Google Shape;187;p75"/>
          <p:cNvSpPr txBox="1">
            <a:spLocks noGrp="1"/>
          </p:cNvSpPr>
          <p:nvPr>
            <p:ph type="subTitle" idx="1"/>
          </p:nvPr>
        </p:nvSpPr>
        <p:spPr>
          <a:xfrm>
            <a:off x="442914" y="3749040"/>
            <a:ext cx="547370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pic>
        <p:nvPicPr>
          <p:cNvPr id="188" name="Google Shape;188;p75"/>
          <p:cNvPicPr preferRelativeResize="0"/>
          <p:nvPr/>
        </p:nvPicPr>
        <p:blipFill rotWithShape="1">
          <a:blip r:embed="rId2">
            <a:alphaModFix/>
          </a:blip>
          <a:srcRect/>
          <a:stretch/>
        </p:blipFill>
        <p:spPr>
          <a:xfrm>
            <a:off x="185139" y="5330952"/>
            <a:ext cx="1636776" cy="1351185"/>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Title Slide 1 Grey">
  <p:cSld name="Title Slide 1 Grey">
    <p:spTree>
      <p:nvGrpSpPr>
        <p:cNvPr id="1" name="Shape 189"/>
        <p:cNvGrpSpPr/>
        <p:nvPr/>
      </p:nvGrpSpPr>
      <p:grpSpPr>
        <a:xfrm>
          <a:off x="0" y="0"/>
          <a:ext cx="0" cy="0"/>
          <a:chOff x="0" y="0"/>
          <a:chExt cx="0" cy="0"/>
        </a:xfrm>
      </p:grpSpPr>
      <p:sp>
        <p:nvSpPr>
          <p:cNvPr id="190" name="Google Shape;190;p76"/>
          <p:cNvSpPr/>
          <p:nvPr/>
        </p:nvSpPr>
        <p:spPr>
          <a:xfrm>
            <a:off x="0" y="0"/>
            <a:ext cx="8096250" cy="3429000"/>
          </a:xfrm>
          <a:prstGeom prst="rect">
            <a:avLst/>
          </a:prstGeom>
          <a:solidFill>
            <a:srgbClr val="7D7D7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1" name="Google Shape;191;p76"/>
          <p:cNvSpPr/>
          <p:nvPr/>
        </p:nvSpPr>
        <p:spPr>
          <a:xfrm>
            <a:off x="0" y="3429000"/>
            <a:ext cx="8096250" cy="1143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2" name="Google Shape;192;p76"/>
          <p:cNvSpPr/>
          <p:nvPr/>
        </p:nvSpPr>
        <p:spPr>
          <a:xfrm>
            <a:off x="8096250" y="0"/>
            <a:ext cx="4095750" cy="3429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3" name="Google Shape;193;p76"/>
          <p:cNvSpPr txBox="1">
            <a:spLocks noGrp="1"/>
          </p:cNvSpPr>
          <p:nvPr>
            <p:ph type="ctrTitle"/>
          </p:nvPr>
        </p:nvSpPr>
        <p:spPr>
          <a:xfrm>
            <a:off x="442912" y="428625"/>
            <a:ext cx="7418388" cy="2651760"/>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6000"/>
              <a:buFont typeface="Georgia"/>
              <a:buNone/>
              <a:defRPr sz="6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94" name="Google Shape;194;p76"/>
          <p:cNvSpPr txBox="1">
            <a:spLocks noGrp="1"/>
          </p:cNvSpPr>
          <p:nvPr>
            <p:ph type="subTitle" idx="1"/>
          </p:nvPr>
        </p:nvSpPr>
        <p:spPr>
          <a:xfrm>
            <a:off x="442914" y="3749040"/>
            <a:ext cx="5477256"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pic>
        <p:nvPicPr>
          <p:cNvPr id="195" name="Google Shape;195;p76"/>
          <p:cNvPicPr preferRelativeResize="0"/>
          <p:nvPr/>
        </p:nvPicPr>
        <p:blipFill rotWithShape="1">
          <a:blip r:embed="rId2">
            <a:alphaModFix/>
          </a:blip>
          <a:srcRect/>
          <a:stretch/>
        </p:blipFill>
        <p:spPr>
          <a:xfrm>
            <a:off x="185139" y="5330952"/>
            <a:ext cx="1636776" cy="135118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Title Slide 1 Dark Grey">
  <p:cSld name="Title Slide 1 Dark Grey">
    <p:spTree>
      <p:nvGrpSpPr>
        <p:cNvPr id="1" name="Shape 196"/>
        <p:cNvGrpSpPr/>
        <p:nvPr/>
      </p:nvGrpSpPr>
      <p:grpSpPr>
        <a:xfrm>
          <a:off x="0" y="0"/>
          <a:ext cx="0" cy="0"/>
          <a:chOff x="0" y="0"/>
          <a:chExt cx="0" cy="0"/>
        </a:xfrm>
      </p:grpSpPr>
      <p:sp>
        <p:nvSpPr>
          <p:cNvPr id="197" name="Google Shape;197;p77"/>
          <p:cNvSpPr/>
          <p:nvPr/>
        </p:nvSpPr>
        <p:spPr>
          <a:xfrm>
            <a:off x="0" y="0"/>
            <a:ext cx="8096250" cy="3429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8" name="Google Shape;198;p77"/>
          <p:cNvSpPr/>
          <p:nvPr/>
        </p:nvSpPr>
        <p:spPr>
          <a:xfrm>
            <a:off x="0" y="3429000"/>
            <a:ext cx="8096250" cy="1143000"/>
          </a:xfrm>
          <a:prstGeom prst="rect">
            <a:avLst/>
          </a:prstGeom>
          <a:solidFill>
            <a:srgbClr val="7D7D7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6"/>
              </a:solidFill>
              <a:latin typeface="Arial"/>
              <a:ea typeface="Arial"/>
              <a:cs typeface="Arial"/>
              <a:sym typeface="Arial"/>
            </a:endParaRPr>
          </a:p>
        </p:txBody>
      </p:sp>
      <p:sp>
        <p:nvSpPr>
          <p:cNvPr id="199" name="Google Shape;199;p77"/>
          <p:cNvSpPr/>
          <p:nvPr/>
        </p:nvSpPr>
        <p:spPr>
          <a:xfrm>
            <a:off x="8096250" y="0"/>
            <a:ext cx="4095750" cy="3429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00" name="Google Shape;200;p77"/>
          <p:cNvSpPr txBox="1">
            <a:spLocks noGrp="1"/>
          </p:cNvSpPr>
          <p:nvPr>
            <p:ph type="ctrTitle"/>
          </p:nvPr>
        </p:nvSpPr>
        <p:spPr>
          <a:xfrm>
            <a:off x="442912" y="428625"/>
            <a:ext cx="7418388" cy="2651760"/>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6000"/>
              <a:buFont typeface="Georgia"/>
              <a:buNone/>
              <a:defRPr sz="6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01" name="Google Shape;201;p77"/>
          <p:cNvSpPr txBox="1">
            <a:spLocks noGrp="1"/>
          </p:cNvSpPr>
          <p:nvPr>
            <p:ph type="subTitle" idx="1"/>
          </p:nvPr>
        </p:nvSpPr>
        <p:spPr>
          <a:xfrm>
            <a:off x="442914" y="3749040"/>
            <a:ext cx="547370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pic>
        <p:nvPicPr>
          <p:cNvPr id="202" name="Google Shape;202;p77"/>
          <p:cNvPicPr preferRelativeResize="0"/>
          <p:nvPr/>
        </p:nvPicPr>
        <p:blipFill rotWithShape="1">
          <a:blip r:embed="rId2">
            <a:alphaModFix/>
          </a:blip>
          <a:srcRect/>
          <a:stretch/>
        </p:blipFill>
        <p:spPr>
          <a:xfrm>
            <a:off x="185139" y="5330952"/>
            <a:ext cx="1636776" cy="1351185"/>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Title Slide All Grey">
  <p:cSld name="Title Slide All Grey">
    <p:bg>
      <p:bgPr>
        <a:solidFill>
          <a:srgbClr val="464646"/>
        </a:solidFill>
        <a:effectLst/>
      </p:bgPr>
    </p:bg>
    <p:spTree>
      <p:nvGrpSpPr>
        <p:cNvPr id="1" name="Shape 203"/>
        <p:cNvGrpSpPr/>
        <p:nvPr/>
      </p:nvGrpSpPr>
      <p:grpSpPr>
        <a:xfrm>
          <a:off x="0" y="0"/>
          <a:ext cx="0" cy="0"/>
          <a:chOff x="0" y="0"/>
          <a:chExt cx="0" cy="0"/>
        </a:xfrm>
      </p:grpSpPr>
      <p:sp>
        <p:nvSpPr>
          <p:cNvPr id="204" name="Google Shape;204;p78"/>
          <p:cNvSpPr txBox="1">
            <a:spLocks noGrp="1"/>
          </p:cNvSpPr>
          <p:nvPr>
            <p:ph type="ctrTitle"/>
          </p:nvPr>
        </p:nvSpPr>
        <p:spPr>
          <a:xfrm>
            <a:off x="442912" y="428625"/>
            <a:ext cx="7418388" cy="2651760"/>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6000"/>
              <a:buFont typeface="Georgia"/>
              <a:buNone/>
              <a:defRPr sz="6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05" name="Google Shape;205;p78"/>
          <p:cNvSpPr txBox="1">
            <a:spLocks noGrp="1"/>
          </p:cNvSpPr>
          <p:nvPr>
            <p:ph type="subTitle" idx="1"/>
          </p:nvPr>
        </p:nvSpPr>
        <p:spPr>
          <a:xfrm>
            <a:off x="442913" y="3749040"/>
            <a:ext cx="547370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pic>
        <p:nvPicPr>
          <p:cNvPr id="206" name="Google Shape;206;p78"/>
          <p:cNvPicPr preferRelativeResize="0"/>
          <p:nvPr/>
        </p:nvPicPr>
        <p:blipFill rotWithShape="1">
          <a:blip r:embed="rId2">
            <a:alphaModFix/>
          </a:blip>
          <a:srcRect/>
          <a:stretch/>
        </p:blipFill>
        <p:spPr>
          <a:xfrm>
            <a:off x="185139" y="5330952"/>
            <a:ext cx="1636776" cy="1351184"/>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Title Slide All White">
  <p:cSld name="Title Slide All White">
    <p:bg>
      <p:bgPr>
        <a:solidFill>
          <a:schemeClr val="lt1"/>
        </a:solidFill>
        <a:effectLst/>
      </p:bgPr>
    </p:bg>
    <p:spTree>
      <p:nvGrpSpPr>
        <p:cNvPr id="1" name="Shape 207"/>
        <p:cNvGrpSpPr/>
        <p:nvPr/>
      </p:nvGrpSpPr>
      <p:grpSpPr>
        <a:xfrm>
          <a:off x="0" y="0"/>
          <a:ext cx="0" cy="0"/>
          <a:chOff x="0" y="0"/>
          <a:chExt cx="0" cy="0"/>
        </a:xfrm>
      </p:grpSpPr>
      <p:sp>
        <p:nvSpPr>
          <p:cNvPr id="208" name="Google Shape;208;p79"/>
          <p:cNvSpPr txBox="1">
            <a:spLocks noGrp="1"/>
          </p:cNvSpPr>
          <p:nvPr>
            <p:ph type="ctrTitle"/>
          </p:nvPr>
        </p:nvSpPr>
        <p:spPr>
          <a:xfrm>
            <a:off x="442912" y="428625"/>
            <a:ext cx="7418388" cy="2651760"/>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dk1"/>
              </a:buClr>
              <a:buSzPts val="6000"/>
              <a:buFont typeface="Georgia"/>
              <a:buNone/>
              <a:defRPr sz="60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09" name="Google Shape;209;p79"/>
          <p:cNvSpPr txBox="1">
            <a:spLocks noGrp="1"/>
          </p:cNvSpPr>
          <p:nvPr>
            <p:ph type="subTitle" idx="1"/>
          </p:nvPr>
        </p:nvSpPr>
        <p:spPr>
          <a:xfrm>
            <a:off x="442913" y="3749040"/>
            <a:ext cx="547370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pic>
        <p:nvPicPr>
          <p:cNvPr id="210" name="Google Shape;210;p79"/>
          <p:cNvPicPr preferRelativeResize="0"/>
          <p:nvPr/>
        </p:nvPicPr>
        <p:blipFill rotWithShape="1">
          <a:blip r:embed="rId2">
            <a:alphaModFix/>
          </a:blip>
          <a:srcRect/>
          <a:stretch/>
        </p:blipFill>
        <p:spPr>
          <a:xfrm>
            <a:off x="185139" y="5330952"/>
            <a:ext cx="1636776" cy="135118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Title Slide 2">
  <p:cSld name="Title Slide 2">
    <p:spTree>
      <p:nvGrpSpPr>
        <p:cNvPr id="1" name="Shape 211"/>
        <p:cNvGrpSpPr/>
        <p:nvPr/>
      </p:nvGrpSpPr>
      <p:grpSpPr>
        <a:xfrm>
          <a:off x="0" y="0"/>
          <a:ext cx="0" cy="0"/>
          <a:chOff x="0" y="0"/>
          <a:chExt cx="0" cy="0"/>
        </a:xfrm>
      </p:grpSpPr>
      <p:sp>
        <p:nvSpPr>
          <p:cNvPr id="212" name="Google Shape;212;p80"/>
          <p:cNvSpPr/>
          <p:nvPr/>
        </p:nvSpPr>
        <p:spPr>
          <a:xfrm>
            <a:off x="6096000" y="0"/>
            <a:ext cx="6096000" cy="4575812"/>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213" name="Google Shape;213;p80"/>
          <p:cNvSpPr/>
          <p:nvPr/>
        </p:nvSpPr>
        <p:spPr>
          <a:xfrm>
            <a:off x="0" y="0"/>
            <a:ext cx="6096000" cy="4575812"/>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14" name="Google Shape;214;p80"/>
          <p:cNvSpPr/>
          <p:nvPr/>
        </p:nvSpPr>
        <p:spPr>
          <a:xfrm>
            <a:off x="0" y="4575812"/>
            <a:ext cx="6096000" cy="2282188"/>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15" name="Google Shape;215;p80"/>
          <p:cNvSpPr txBox="1">
            <a:spLocks noGrp="1"/>
          </p:cNvSpPr>
          <p:nvPr>
            <p:ph type="ctrTitle"/>
          </p:nvPr>
        </p:nvSpPr>
        <p:spPr>
          <a:xfrm>
            <a:off x="442913" y="428625"/>
            <a:ext cx="5473700" cy="2286000"/>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000"/>
              <a:buFont typeface="Georgia"/>
              <a:buNone/>
              <a:defRPr sz="5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16" name="Google Shape;216;p80"/>
          <p:cNvSpPr txBox="1">
            <a:spLocks noGrp="1"/>
          </p:cNvSpPr>
          <p:nvPr>
            <p:ph type="subTitle" idx="1"/>
          </p:nvPr>
        </p:nvSpPr>
        <p:spPr>
          <a:xfrm>
            <a:off x="442913" y="5101594"/>
            <a:ext cx="547370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pic>
        <p:nvPicPr>
          <p:cNvPr id="217" name="Google Shape;217;p80"/>
          <p:cNvPicPr preferRelativeResize="0"/>
          <p:nvPr/>
        </p:nvPicPr>
        <p:blipFill rotWithShape="1">
          <a:blip r:embed="rId2">
            <a:alphaModFix/>
          </a:blip>
          <a:srcRect/>
          <a:stretch/>
        </p:blipFill>
        <p:spPr>
          <a:xfrm>
            <a:off x="10337737" y="5330952"/>
            <a:ext cx="1636776" cy="135118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218"/>
        <p:cNvGrpSpPr/>
        <p:nvPr/>
      </p:nvGrpSpPr>
      <p:grpSpPr>
        <a:xfrm>
          <a:off x="0" y="0"/>
          <a:ext cx="0" cy="0"/>
          <a:chOff x="0" y="0"/>
          <a:chExt cx="0" cy="0"/>
        </a:xfrm>
      </p:grpSpPr>
      <p:sp>
        <p:nvSpPr>
          <p:cNvPr id="219" name="Google Shape;219;p81"/>
          <p:cNvSpPr/>
          <p:nvPr/>
        </p:nvSpPr>
        <p:spPr>
          <a:xfrm>
            <a:off x="6096000" y="0"/>
            <a:ext cx="6096000" cy="6858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220" name="Google Shape;220;p81"/>
          <p:cNvSpPr/>
          <p:nvPr/>
        </p:nvSpPr>
        <p:spPr>
          <a:xfrm>
            <a:off x="0" y="0"/>
            <a:ext cx="6096000" cy="3429000"/>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21" name="Google Shape;221;p81"/>
          <p:cNvSpPr/>
          <p:nvPr/>
        </p:nvSpPr>
        <p:spPr>
          <a:xfrm>
            <a:off x="0" y="3429000"/>
            <a:ext cx="6096000" cy="1143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22" name="Google Shape;222;p81"/>
          <p:cNvSpPr txBox="1">
            <a:spLocks noGrp="1"/>
          </p:cNvSpPr>
          <p:nvPr>
            <p:ph type="ctrTitle"/>
          </p:nvPr>
        </p:nvSpPr>
        <p:spPr>
          <a:xfrm>
            <a:off x="442913" y="428625"/>
            <a:ext cx="5473700" cy="2286000"/>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000"/>
              <a:buFont typeface="Georgia"/>
              <a:buNone/>
              <a:defRPr sz="5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23" name="Google Shape;223;p81"/>
          <p:cNvSpPr txBox="1">
            <a:spLocks noGrp="1"/>
          </p:cNvSpPr>
          <p:nvPr>
            <p:ph type="subTitle" idx="1"/>
          </p:nvPr>
        </p:nvSpPr>
        <p:spPr>
          <a:xfrm>
            <a:off x="442913" y="3749040"/>
            <a:ext cx="547370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pic>
        <p:nvPicPr>
          <p:cNvPr id="224" name="Google Shape;224;p81"/>
          <p:cNvPicPr preferRelativeResize="0"/>
          <p:nvPr/>
        </p:nvPicPr>
        <p:blipFill rotWithShape="1">
          <a:blip r:embed="rId2">
            <a:alphaModFix/>
          </a:blip>
          <a:srcRect/>
          <a:stretch/>
        </p:blipFill>
        <p:spPr>
          <a:xfrm>
            <a:off x="185139" y="5330952"/>
            <a:ext cx="1636776" cy="135118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Title Slide Lines">
  <p:cSld name="Title Slide Lines">
    <p:bg>
      <p:bgPr>
        <a:solidFill>
          <a:srgbClr val="DEDEDE"/>
        </a:solidFill>
        <a:effectLst/>
      </p:bgPr>
    </p:bg>
    <p:spTree>
      <p:nvGrpSpPr>
        <p:cNvPr id="1" name="Shape 225"/>
        <p:cNvGrpSpPr/>
        <p:nvPr/>
      </p:nvGrpSpPr>
      <p:grpSpPr>
        <a:xfrm>
          <a:off x="0" y="0"/>
          <a:ext cx="0" cy="0"/>
          <a:chOff x="0" y="0"/>
          <a:chExt cx="0" cy="0"/>
        </a:xfrm>
      </p:grpSpPr>
      <p:grpSp>
        <p:nvGrpSpPr>
          <p:cNvPr id="226" name="Google Shape;226;p82"/>
          <p:cNvGrpSpPr/>
          <p:nvPr/>
        </p:nvGrpSpPr>
        <p:grpSpPr>
          <a:xfrm>
            <a:off x="0" y="0"/>
            <a:ext cx="12192000" cy="6858000"/>
            <a:chOff x="0" y="0"/>
            <a:chExt cx="12192000" cy="6858000"/>
          </a:xfrm>
        </p:grpSpPr>
        <p:grpSp>
          <p:nvGrpSpPr>
            <p:cNvPr id="227" name="Google Shape;227;p82"/>
            <p:cNvGrpSpPr/>
            <p:nvPr/>
          </p:nvGrpSpPr>
          <p:grpSpPr>
            <a:xfrm>
              <a:off x="0" y="0"/>
              <a:ext cx="12192000" cy="6858000"/>
              <a:chOff x="152400" y="152400"/>
              <a:chExt cx="12196764" cy="6862763"/>
            </a:xfrm>
          </p:grpSpPr>
          <p:sp>
            <p:nvSpPr>
              <p:cNvPr id="228" name="Google Shape;228;p82"/>
              <p:cNvSpPr/>
              <p:nvPr/>
            </p:nvSpPr>
            <p:spPr>
              <a:xfrm>
                <a:off x="152400" y="3775075"/>
                <a:ext cx="9142413" cy="777875"/>
              </a:xfrm>
              <a:custGeom>
                <a:avLst/>
                <a:gdLst/>
                <a:ahLst/>
                <a:cxnLst/>
                <a:rect l="l" t="t" r="r" b="b"/>
                <a:pathLst>
                  <a:path w="7908" h="1632" extrusionOk="0">
                    <a:moveTo>
                      <a:pt x="0" y="0"/>
                    </a:moveTo>
                    <a:lnTo>
                      <a:pt x="0" y="0"/>
                    </a:lnTo>
                    <a:lnTo>
                      <a:pt x="7908" y="0"/>
                    </a:lnTo>
                    <a:lnTo>
                      <a:pt x="7908" y="1632"/>
                    </a:lnTo>
                    <a:lnTo>
                      <a:pt x="0" y="1632"/>
                    </a:lnTo>
                    <a:lnTo>
                      <a:pt x="0" y="0"/>
                    </a:lnTo>
                    <a:close/>
                  </a:path>
                </a:pathLst>
              </a:custGeom>
              <a:solidFill>
                <a:srgbClr val="D04A0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9" name="Google Shape;229;p82"/>
              <p:cNvSpPr/>
              <p:nvPr/>
            </p:nvSpPr>
            <p:spPr>
              <a:xfrm>
                <a:off x="152400" y="152400"/>
                <a:ext cx="12196764" cy="6862763"/>
              </a:xfrm>
              <a:custGeom>
                <a:avLst/>
                <a:gdLst/>
                <a:ahLst/>
                <a:cxnLst/>
                <a:rect l="l" t="t" r="r" b="b"/>
                <a:pathLst>
                  <a:path w="25599" h="14399" extrusionOk="0">
                    <a:moveTo>
                      <a:pt x="19187" y="0"/>
                    </a:moveTo>
                    <a:lnTo>
                      <a:pt x="19187" y="0"/>
                    </a:lnTo>
                    <a:lnTo>
                      <a:pt x="19187" y="6949"/>
                    </a:lnTo>
                    <a:lnTo>
                      <a:pt x="0" y="6949"/>
                    </a:lnTo>
                    <a:lnTo>
                      <a:pt x="0" y="7602"/>
                    </a:lnTo>
                    <a:lnTo>
                      <a:pt x="19187" y="7602"/>
                    </a:lnTo>
                    <a:lnTo>
                      <a:pt x="19187" y="9234"/>
                    </a:lnTo>
                    <a:lnTo>
                      <a:pt x="0" y="9234"/>
                    </a:lnTo>
                    <a:lnTo>
                      <a:pt x="0" y="9887"/>
                    </a:lnTo>
                    <a:lnTo>
                      <a:pt x="19187" y="9887"/>
                    </a:lnTo>
                    <a:lnTo>
                      <a:pt x="19187" y="14399"/>
                    </a:lnTo>
                    <a:lnTo>
                      <a:pt x="19839" y="14399"/>
                    </a:lnTo>
                    <a:lnTo>
                      <a:pt x="19839" y="9887"/>
                    </a:lnTo>
                    <a:lnTo>
                      <a:pt x="25599" y="9887"/>
                    </a:lnTo>
                    <a:lnTo>
                      <a:pt x="25599" y="9234"/>
                    </a:lnTo>
                    <a:lnTo>
                      <a:pt x="19839" y="9234"/>
                    </a:lnTo>
                    <a:lnTo>
                      <a:pt x="19839" y="7602"/>
                    </a:lnTo>
                    <a:lnTo>
                      <a:pt x="25599" y="7602"/>
                    </a:lnTo>
                    <a:lnTo>
                      <a:pt x="25599" y="6949"/>
                    </a:lnTo>
                    <a:lnTo>
                      <a:pt x="19839" y="6949"/>
                    </a:lnTo>
                    <a:lnTo>
                      <a:pt x="19839" y="0"/>
                    </a:lnTo>
                    <a:lnTo>
                      <a:pt x="19187"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30" name="Google Shape;230;p82"/>
            <p:cNvPicPr preferRelativeResize="0"/>
            <p:nvPr/>
          </p:nvPicPr>
          <p:blipFill rotWithShape="1">
            <a:blip r:embed="rId2">
              <a:alphaModFix/>
            </a:blip>
            <a:srcRect/>
            <a:stretch/>
          </p:blipFill>
          <p:spPr>
            <a:xfrm>
              <a:off x="185139" y="5330952"/>
              <a:ext cx="1636776" cy="1351184"/>
            </a:xfrm>
            <a:prstGeom prst="rect">
              <a:avLst/>
            </a:prstGeom>
            <a:noFill/>
            <a:ln>
              <a:noFill/>
            </a:ln>
          </p:spPr>
        </p:pic>
      </p:grpSp>
      <p:sp>
        <p:nvSpPr>
          <p:cNvPr id="231" name="Google Shape;231;p82"/>
          <p:cNvSpPr txBox="1">
            <a:spLocks noGrp="1"/>
          </p:cNvSpPr>
          <p:nvPr>
            <p:ph type="subTitle" idx="1"/>
          </p:nvPr>
        </p:nvSpPr>
        <p:spPr>
          <a:xfrm>
            <a:off x="442914" y="3713607"/>
            <a:ext cx="5473699" cy="592074"/>
          </a:xfrm>
          <a:prstGeom prst="rect">
            <a:avLst/>
          </a:prstGeom>
          <a:noFill/>
          <a:ln>
            <a:noFill/>
          </a:ln>
        </p:spPr>
        <p:txBody>
          <a:bodyPr spcFirstLastPara="1" wrap="square" lIns="0" tIns="0" rIns="0" bIns="0" anchor="ctr"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
        <p:nvSpPr>
          <p:cNvPr id="232" name="Google Shape;232;p82"/>
          <p:cNvSpPr txBox="1">
            <a:spLocks noGrp="1"/>
          </p:cNvSpPr>
          <p:nvPr>
            <p:ph type="ctrTitle"/>
          </p:nvPr>
        </p:nvSpPr>
        <p:spPr>
          <a:xfrm>
            <a:off x="442914" y="428623"/>
            <a:ext cx="7418386" cy="2011680"/>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45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Title Slide Lines 3">
  <p:cSld name="Title Slide Lines 3">
    <p:bg>
      <p:bgPr>
        <a:solidFill>
          <a:srgbClr val="D04A02"/>
        </a:solidFill>
        <a:effectLst/>
      </p:bgPr>
    </p:bg>
    <p:spTree>
      <p:nvGrpSpPr>
        <p:cNvPr id="1" name="Shape 233"/>
        <p:cNvGrpSpPr/>
        <p:nvPr/>
      </p:nvGrpSpPr>
      <p:grpSpPr>
        <a:xfrm>
          <a:off x="0" y="0"/>
          <a:ext cx="0" cy="0"/>
          <a:chOff x="0" y="0"/>
          <a:chExt cx="0" cy="0"/>
        </a:xfrm>
      </p:grpSpPr>
      <p:sp>
        <p:nvSpPr>
          <p:cNvPr id="234" name="Google Shape;234;p83"/>
          <p:cNvSpPr/>
          <p:nvPr/>
        </p:nvSpPr>
        <p:spPr>
          <a:xfrm>
            <a:off x="9448800" y="0"/>
            <a:ext cx="2743200" cy="6858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grpSp>
        <p:nvGrpSpPr>
          <p:cNvPr id="235" name="Google Shape;235;p83"/>
          <p:cNvGrpSpPr/>
          <p:nvPr/>
        </p:nvGrpSpPr>
        <p:grpSpPr>
          <a:xfrm>
            <a:off x="0" y="0"/>
            <a:ext cx="12192000" cy="6858000"/>
            <a:chOff x="0" y="0"/>
            <a:chExt cx="12192000" cy="6858000"/>
          </a:xfrm>
        </p:grpSpPr>
        <p:sp>
          <p:nvSpPr>
            <p:cNvPr id="236" name="Google Shape;236;p83"/>
            <p:cNvSpPr/>
            <p:nvPr/>
          </p:nvSpPr>
          <p:spPr>
            <a:xfrm>
              <a:off x="0" y="0"/>
              <a:ext cx="12192000" cy="6858000"/>
            </a:xfrm>
            <a:custGeom>
              <a:avLst/>
              <a:gdLst/>
              <a:ahLst/>
              <a:cxnLst/>
              <a:rect l="l" t="t" r="r" b="b"/>
              <a:pathLst>
                <a:path w="12192000" h="6858000" extrusionOk="0">
                  <a:moveTo>
                    <a:pt x="9144000" y="0"/>
                  </a:moveTo>
                  <a:lnTo>
                    <a:pt x="9450000" y="0"/>
                  </a:lnTo>
                  <a:lnTo>
                    <a:pt x="9450000" y="1022986"/>
                  </a:lnTo>
                  <a:lnTo>
                    <a:pt x="12192000" y="1022986"/>
                  </a:lnTo>
                  <a:lnTo>
                    <a:pt x="12192000" y="1328986"/>
                  </a:lnTo>
                  <a:lnTo>
                    <a:pt x="9450000" y="1328986"/>
                  </a:lnTo>
                  <a:lnTo>
                    <a:pt x="9450000" y="4394836"/>
                  </a:lnTo>
                  <a:lnTo>
                    <a:pt x="12192000" y="4394836"/>
                  </a:lnTo>
                  <a:lnTo>
                    <a:pt x="12192000" y="4700836"/>
                  </a:lnTo>
                  <a:lnTo>
                    <a:pt x="9450000" y="4700836"/>
                  </a:lnTo>
                  <a:lnTo>
                    <a:pt x="9450000" y="6858000"/>
                  </a:lnTo>
                  <a:lnTo>
                    <a:pt x="9144000" y="6858000"/>
                  </a:lnTo>
                  <a:lnTo>
                    <a:pt x="9144000" y="4700836"/>
                  </a:lnTo>
                  <a:lnTo>
                    <a:pt x="0" y="4700836"/>
                  </a:lnTo>
                  <a:lnTo>
                    <a:pt x="0" y="4394836"/>
                  </a:lnTo>
                  <a:lnTo>
                    <a:pt x="9144000" y="4394836"/>
                  </a:ln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37" name="Google Shape;237;p83"/>
            <p:cNvPicPr preferRelativeResize="0"/>
            <p:nvPr/>
          </p:nvPicPr>
          <p:blipFill rotWithShape="1">
            <a:blip r:embed="rId2">
              <a:alphaModFix/>
            </a:blip>
            <a:srcRect/>
            <a:stretch/>
          </p:blipFill>
          <p:spPr>
            <a:xfrm>
              <a:off x="185139" y="5330952"/>
              <a:ext cx="1636776" cy="1351184"/>
            </a:xfrm>
            <a:prstGeom prst="rect">
              <a:avLst/>
            </a:prstGeom>
            <a:noFill/>
            <a:ln>
              <a:noFill/>
            </a:ln>
          </p:spPr>
        </p:pic>
      </p:grpSp>
      <p:sp>
        <p:nvSpPr>
          <p:cNvPr id="238" name="Google Shape;238;p83"/>
          <p:cNvSpPr txBox="1">
            <a:spLocks noGrp="1"/>
          </p:cNvSpPr>
          <p:nvPr>
            <p:ph type="ctrTitle"/>
          </p:nvPr>
        </p:nvSpPr>
        <p:spPr>
          <a:xfrm>
            <a:off x="442912" y="428625"/>
            <a:ext cx="7418388" cy="2771775"/>
          </a:xfrm>
          <a:prstGeom prst="rect">
            <a:avLst/>
          </a:prstGeom>
          <a:noFill/>
          <a:ln>
            <a:noFill/>
          </a:ln>
        </p:spPr>
        <p:txBody>
          <a:bodyPr spcFirstLastPara="1" wrap="square" lIns="0" tIns="0" rIns="0" bIns="0" anchor="b" anchorCtr="0">
            <a:noAutofit/>
          </a:bodyPr>
          <a:lstStyle>
            <a:lvl1pPr marR="0" lvl="0" algn="l">
              <a:lnSpc>
                <a:spcPct val="86000"/>
              </a:lnSpc>
              <a:spcBef>
                <a:spcPts val="0"/>
              </a:spcBef>
              <a:spcAft>
                <a:spcPts val="0"/>
              </a:spcAft>
              <a:buClr>
                <a:schemeClr val="lt1"/>
              </a:buClr>
              <a:buSzPts val="6000"/>
              <a:buFont typeface="Georgia"/>
              <a:buNone/>
              <a:defRPr sz="6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39" name="Google Shape;239;p83"/>
          <p:cNvSpPr txBox="1">
            <a:spLocks noGrp="1"/>
          </p:cNvSpPr>
          <p:nvPr>
            <p:ph type="subTitle" idx="1"/>
          </p:nvPr>
        </p:nvSpPr>
        <p:spPr>
          <a:xfrm>
            <a:off x="442913" y="3394710"/>
            <a:ext cx="547370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Title Slide Lines 3 Grey">
  <p:cSld name="Title Slide Lines 3 Grey">
    <p:bg>
      <p:bgPr>
        <a:solidFill>
          <a:srgbClr val="464646"/>
        </a:solidFill>
        <a:effectLst/>
      </p:bgPr>
    </p:bg>
    <p:spTree>
      <p:nvGrpSpPr>
        <p:cNvPr id="1" name="Shape 240"/>
        <p:cNvGrpSpPr/>
        <p:nvPr/>
      </p:nvGrpSpPr>
      <p:grpSpPr>
        <a:xfrm>
          <a:off x="0" y="0"/>
          <a:ext cx="0" cy="0"/>
          <a:chOff x="0" y="0"/>
          <a:chExt cx="0" cy="0"/>
        </a:xfrm>
      </p:grpSpPr>
      <p:sp>
        <p:nvSpPr>
          <p:cNvPr id="241" name="Google Shape;241;p84"/>
          <p:cNvSpPr/>
          <p:nvPr/>
        </p:nvSpPr>
        <p:spPr>
          <a:xfrm>
            <a:off x="9448800" y="0"/>
            <a:ext cx="2743200" cy="6858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grpSp>
        <p:nvGrpSpPr>
          <p:cNvPr id="242" name="Google Shape;242;p84"/>
          <p:cNvGrpSpPr/>
          <p:nvPr/>
        </p:nvGrpSpPr>
        <p:grpSpPr>
          <a:xfrm>
            <a:off x="0" y="0"/>
            <a:ext cx="12192000" cy="6858000"/>
            <a:chOff x="0" y="0"/>
            <a:chExt cx="12192000" cy="6858000"/>
          </a:xfrm>
        </p:grpSpPr>
        <p:sp>
          <p:nvSpPr>
            <p:cNvPr id="243" name="Google Shape;243;p84"/>
            <p:cNvSpPr/>
            <p:nvPr/>
          </p:nvSpPr>
          <p:spPr>
            <a:xfrm>
              <a:off x="0" y="0"/>
              <a:ext cx="12192000" cy="6858000"/>
            </a:xfrm>
            <a:custGeom>
              <a:avLst/>
              <a:gdLst/>
              <a:ahLst/>
              <a:cxnLst/>
              <a:rect l="l" t="t" r="r" b="b"/>
              <a:pathLst>
                <a:path w="12192000" h="6858000" extrusionOk="0">
                  <a:moveTo>
                    <a:pt x="9144000" y="0"/>
                  </a:moveTo>
                  <a:lnTo>
                    <a:pt x="9450000" y="0"/>
                  </a:lnTo>
                  <a:lnTo>
                    <a:pt x="9450000" y="1022986"/>
                  </a:lnTo>
                  <a:lnTo>
                    <a:pt x="12192000" y="1022986"/>
                  </a:lnTo>
                  <a:lnTo>
                    <a:pt x="12192000" y="1328986"/>
                  </a:lnTo>
                  <a:lnTo>
                    <a:pt x="9450000" y="1328986"/>
                  </a:lnTo>
                  <a:lnTo>
                    <a:pt x="9450000" y="4394836"/>
                  </a:lnTo>
                  <a:lnTo>
                    <a:pt x="12192000" y="4394836"/>
                  </a:lnTo>
                  <a:lnTo>
                    <a:pt x="12192000" y="4700836"/>
                  </a:lnTo>
                  <a:lnTo>
                    <a:pt x="9450000" y="4700836"/>
                  </a:lnTo>
                  <a:lnTo>
                    <a:pt x="9450000" y="6858000"/>
                  </a:lnTo>
                  <a:lnTo>
                    <a:pt x="9144000" y="6858000"/>
                  </a:lnTo>
                  <a:lnTo>
                    <a:pt x="9144000" y="4700836"/>
                  </a:lnTo>
                  <a:lnTo>
                    <a:pt x="0" y="4700836"/>
                  </a:lnTo>
                  <a:lnTo>
                    <a:pt x="0" y="4394836"/>
                  </a:lnTo>
                  <a:lnTo>
                    <a:pt x="9144000" y="4394836"/>
                  </a:ln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44" name="Google Shape;244;p84"/>
            <p:cNvPicPr preferRelativeResize="0"/>
            <p:nvPr/>
          </p:nvPicPr>
          <p:blipFill rotWithShape="1">
            <a:blip r:embed="rId2">
              <a:alphaModFix/>
            </a:blip>
            <a:srcRect/>
            <a:stretch/>
          </p:blipFill>
          <p:spPr>
            <a:xfrm>
              <a:off x="185139" y="5330952"/>
              <a:ext cx="1636776" cy="1351184"/>
            </a:xfrm>
            <a:prstGeom prst="rect">
              <a:avLst/>
            </a:prstGeom>
            <a:noFill/>
            <a:ln>
              <a:noFill/>
            </a:ln>
          </p:spPr>
        </p:pic>
      </p:grpSp>
      <p:sp>
        <p:nvSpPr>
          <p:cNvPr id="245" name="Google Shape;245;p84"/>
          <p:cNvSpPr txBox="1">
            <a:spLocks noGrp="1"/>
          </p:cNvSpPr>
          <p:nvPr>
            <p:ph type="ctrTitle"/>
          </p:nvPr>
        </p:nvSpPr>
        <p:spPr>
          <a:xfrm>
            <a:off x="442912" y="428625"/>
            <a:ext cx="7418388" cy="2771775"/>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6000"/>
              <a:buFont typeface="Georgia"/>
              <a:buNone/>
              <a:defRPr sz="6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46" name="Google Shape;246;p84"/>
          <p:cNvSpPr txBox="1">
            <a:spLocks noGrp="1"/>
          </p:cNvSpPr>
          <p:nvPr>
            <p:ph type="subTitle" idx="1"/>
          </p:nvPr>
        </p:nvSpPr>
        <p:spPr>
          <a:xfrm>
            <a:off x="442913" y="3394710"/>
            <a:ext cx="547370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Title Slide Logo Shape Orange">
  <p:cSld name="Title Slide Logo Shape Orange">
    <p:spTree>
      <p:nvGrpSpPr>
        <p:cNvPr id="1" name="Shape 247"/>
        <p:cNvGrpSpPr/>
        <p:nvPr/>
      </p:nvGrpSpPr>
      <p:grpSpPr>
        <a:xfrm>
          <a:off x="0" y="0"/>
          <a:ext cx="0" cy="0"/>
          <a:chOff x="0" y="0"/>
          <a:chExt cx="0" cy="0"/>
        </a:xfrm>
      </p:grpSpPr>
      <p:grpSp>
        <p:nvGrpSpPr>
          <p:cNvPr id="248" name="Google Shape;248;p85"/>
          <p:cNvGrpSpPr/>
          <p:nvPr/>
        </p:nvGrpSpPr>
        <p:grpSpPr>
          <a:xfrm>
            <a:off x="0" y="0"/>
            <a:ext cx="8914102" cy="6858001"/>
            <a:chOff x="0" y="0"/>
            <a:chExt cx="8914102" cy="6858001"/>
          </a:xfrm>
        </p:grpSpPr>
        <p:sp>
          <p:nvSpPr>
            <p:cNvPr id="249" name="Google Shape;249;p85"/>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50" name="Google Shape;250;p85"/>
            <p:cNvPicPr preferRelativeResize="0"/>
            <p:nvPr/>
          </p:nvPicPr>
          <p:blipFill rotWithShape="1">
            <a:blip r:embed="rId2">
              <a:alphaModFix/>
            </a:blip>
            <a:srcRect/>
            <a:stretch/>
          </p:blipFill>
          <p:spPr>
            <a:xfrm>
              <a:off x="185139" y="5330952"/>
              <a:ext cx="1636776" cy="1351184"/>
            </a:xfrm>
            <a:prstGeom prst="rect">
              <a:avLst/>
            </a:prstGeom>
            <a:noFill/>
            <a:ln>
              <a:noFill/>
            </a:ln>
          </p:spPr>
        </p:pic>
      </p:grpSp>
      <p:sp>
        <p:nvSpPr>
          <p:cNvPr id="251" name="Google Shape;251;p85"/>
          <p:cNvSpPr txBox="1">
            <a:spLocks noGrp="1"/>
          </p:cNvSpPr>
          <p:nvPr>
            <p:ph type="ctrTitle"/>
          </p:nvPr>
        </p:nvSpPr>
        <p:spPr>
          <a:xfrm>
            <a:off x="442913" y="1003610"/>
            <a:ext cx="5258640" cy="2425391"/>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000"/>
              <a:buFont typeface="Georgia"/>
              <a:buNone/>
              <a:defRPr sz="5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52" name="Google Shape;252;p85"/>
          <p:cNvSpPr txBox="1">
            <a:spLocks noGrp="1"/>
          </p:cNvSpPr>
          <p:nvPr>
            <p:ph type="subTitle" idx="1"/>
          </p:nvPr>
        </p:nvSpPr>
        <p:spPr>
          <a:xfrm>
            <a:off x="442914" y="3749040"/>
            <a:ext cx="525864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Title Slide Logo Shape Red">
  <p:cSld name="Title Slide Logo Shape Red">
    <p:spTree>
      <p:nvGrpSpPr>
        <p:cNvPr id="1" name="Shape 253"/>
        <p:cNvGrpSpPr/>
        <p:nvPr/>
      </p:nvGrpSpPr>
      <p:grpSpPr>
        <a:xfrm>
          <a:off x="0" y="0"/>
          <a:ext cx="0" cy="0"/>
          <a:chOff x="0" y="0"/>
          <a:chExt cx="0" cy="0"/>
        </a:xfrm>
      </p:grpSpPr>
      <p:grpSp>
        <p:nvGrpSpPr>
          <p:cNvPr id="254" name="Google Shape;254;p86"/>
          <p:cNvGrpSpPr/>
          <p:nvPr/>
        </p:nvGrpSpPr>
        <p:grpSpPr>
          <a:xfrm>
            <a:off x="0" y="0"/>
            <a:ext cx="8914102" cy="6858001"/>
            <a:chOff x="0" y="0"/>
            <a:chExt cx="8914102" cy="6858001"/>
          </a:xfrm>
        </p:grpSpPr>
        <p:sp>
          <p:nvSpPr>
            <p:cNvPr id="255" name="Google Shape;255;p86"/>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E0301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56" name="Google Shape;256;p86"/>
            <p:cNvPicPr preferRelativeResize="0"/>
            <p:nvPr/>
          </p:nvPicPr>
          <p:blipFill rotWithShape="1">
            <a:blip r:embed="rId2">
              <a:alphaModFix/>
            </a:blip>
            <a:srcRect/>
            <a:stretch/>
          </p:blipFill>
          <p:spPr>
            <a:xfrm>
              <a:off x="185139" y="5330952"/>
              <a:ext cx="1636776" cy="1351184"/>
            </a:xfrm>
            <a:prstGeom prst="rect">
              <a:avLst/>
            </a:prstGeom>
            <a:noFill/>
            <a:ln>
              <a:noFill/>
            </a:ln>
          </p:spPr>
        </p:pic>
      </p:grpSp>
      <p:sp>
        <p:nvSpPr>
          <p:cNvPr id="257" name="Google Shape;257;p86"/>
          <p:cNvSpPr txBox="1">
            <a:spLocks noGrp="1"/>
          </p:cNvSpPr>
          <p:nvPr>
            <p:ph type="ctrTitle"/>
          </p:nvPr>
        </p:nvSpPr>
        <p:spPr>
          <a:xfrm>
            <a:off x="442913" y="1003610"/>
            <a:ext cx="5258640" cy="2425391"/>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000"/>
              <a:buFont typeface="Georgia"/>
              <a:buNone/>
              <a:defRPr sz="5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58" name="Google Shape;258;p86"/>
          <p:cNvSpPr txBox="1">
            <a:spLocks noGrp="1"/>
          </p:cNvSpPr>
          <p:nvPr>
            <p:ph type="subTitle" idx="1"/>
          </p:nvPr>
        </p:nvSpPr>
        <p:spPr>
          <a:xfrm>
            <a:off x="442914" y="3749040"/>
            <a:ext cx="525864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Title Slide Logo Shape Grey">
  <p:cSld name="Title Slide Logo Shape Grey">
    <p:spTree>
      <p:nvGrpSpPr>
        <p:cNvPr id="1" name="Shape 259"/>
        <p:cNvGrpSpPr/>
        <p:nvPr/>
      </p:nvGrpSpPr>
      <p:grpSpPr>
        <a:xfrm>
          <a:off x="0" y="0"/>
          <a:ext cx="0" cy="0"/>
          <a:chOff x="0" y="0"/>
          <a:chExt cx="0" cy="0"/>
        </a:xfrm>
      </p:grpSpPr>
      <p:grpSp>
        <p:nvGrpSpPr>
          <p:cNvPr id="260" name="Google Shape;260;p87"/>
          <p:cNvGrpSpPr/>
          <p:nvPr/>
        </p:nvGrpSpPr>
        <p:grpSpPr>
          <a:xfrm>
            <a:off x="0" y="0"/>
            <a:ext cx="8914102" cy="6858001"/>
            <a:chOff x="0" y="0"/>
            <a:chExt cx="8914102" cy="6858001"/>
          </a:xfrm>
        </p:grpSpPr>
        <p:sp>
          <p:nvSpPr>
            <p:cNvPr id="261" name="Google Shape;261;p87"/>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464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62" name="Google Shape;262;p87"/>
            <p:cNvPicPr preferRelativeResize="0"/>
            <p:nvPr/>
          </p:nvPicPr>
          <p:blipFill rotWithShape="1">
            <a:blip r:embed="rId2">
              <a:alphaModFix/>
            </a:blip>
            <a:srcRect/>
            <a:stretch/>
          </p:blipFill>
          <p:spPr>
            <a:xfrm>
              <a:off x="185139" y="5330952"/>
              <a:ext cx="1636776" cy="1351184"/>
            </a:xfrm>
            <a:prstGeom prst="rect">
              <a:avLst/>
            </a:prstGeom>
            <a:noFill/>
            <a:ln>
              <a:noFill/>
            </a:ln>
          </p:spPr>
        </p:pic>
      </p:grpSp>
      <p:sp>
        <p:nvSpPr>
          <p:cNvPr id="263" name="Google Shape;263;p87"/>
          <p:cNvSpPr txBox="1">
            <a:spLocks noGrp="1"/>
          </p:cNvSpPr>
          <p:nvPr>
            <p:ph type="ctrTitle"/>
          </p:nvPr>
        </p:nvSpPr>
        <p:spPr>
          <a:xfrm>
            <a:off x="442913" y="1009185"/>
            <a:ext cx="5258640" cy="2419816"/>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000"/>
              <a:buFont typeface="Georgia"/>
              <a:buNone/>
              <a:defRPr sz="5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64" name="Google Shape;264;p87"/>
          <p:cNvSpPr txBox="1">
            <a:spLocks noGrp="1"/>
          </p:cNvSpPr>
          <p:nvPr>
            <p:ph type="subTitle" idx="1"/>
          </p:nvPr>
        </p:nvSpPr>
        <p:spPr>
          <a:xfrm>
            <a:off x="442914" y="3749040"/>
            <a:ext cx="525864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Title Slide Split">
  <p:cSld name="Title Slide Split">
    <p:spTree>
      <p:nvGrpSpPr>
        <p:cNvPr id="1" name="Shape 265"/>
        <p:cNvGrpSpPr/>
        <p:nvPr/>
      </p:nvGrpSpPr>
      <p:grpSpPr>
        <a:xfrm>
          <a:off x="0" y="0"/>
          <a:ext cx="0" cy="0"/>
          <a:chOff x="0" y="0"/>
          <a:chExt cx="0" cy="0"/>
        </a:xfrm>
      </p:grpSpPr>
      <p:sp>
        <p:nvSpPr>
          <p:cNvPr id="266" name="Google Shape;266;p88"/>
          <p:cNvSpPr/>
          <p:nvPr/>
        </p:nvSpPr>
        <p:spPr>
          <a:xfrm>
            <a:off x="5334000" y="0"/>
            <a:ext cx="6858000" cy="6858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267" name="Google Shape;267;p88"/>
          <p:cNvSpPr txBox="1">
            <a:spLocks noGrp="1"/>
          </p:cNvSpPr>
          <p:nvPr>
            <p:ph type="ctrTitle"/>
          </p:nvPr>
        </p:nvSpPr>
        <p:spPr>
          <a:xfrm>
            <a:off x="442914" y="750888"/>
            <a:ext cx="4675186" cy="2678112"/>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dk1"/>
              </a:buClr>
              <a:buSzPts val="4400"/>
              <a:buFont typeface="Georgia"/>
              <a:buNone/>
              <a:defRPr sz="4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68" name="Google Shape;268;p88"/>
          <p:cNvSpPr txBox="1">
            <a:spLocks noGrp="1"/>
          </p:cNvSpPr>
          <p:nvPr>
            <p:ph type="subTitle" idx="1"/>
          </p:nvPr>
        </p:nvSpPr>
        <p:spPr>
          <a:xfrm>
            <a:off x="442913" y="3959352"/>
            <a:ext cx="4675187"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269" name="Google Shape;269;p88"/>
          <p:cNvSpPr/>
          <p:nvPr/>
        </p:nvSpPr>
        <p:spPr>
          <a:xfrm>
            <a:off x="5334000" y="0"/>
            <a:ext cx="6858000" cy="685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0" name="Google Shape;270;p88"/>
          <p:cNvSpPr/>
          <p:nvPr/>
        </p:nvSpPr>
        <p:spPr>
          <a:xfrm>
            <a:off x="5334000" y="0"/>
            <a:ext cx="6858000" cy="685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71" name="Google Shape;271;p88"/>
          <p:cNvPicPr preferRelativeResize="0"/>
          <p:nvPr/>
        </p:nvPicPr>
        <p:blipFill rotWithShape="1">
          <a:blip r:embed="rId2">
            <a:alphaModFix/>
          </a:blip>
          <a:srcRect/>
          <a:stretch/>
        </p:blipFill>
        <p:spPr>
          <a:xfrm>
            <a:off x="185139" y="5330952"/>
            <a:ext cx="1636776" cy="135118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Thank You Light">
  <p:cSld name="Thank You Light">
    <p:bg>
      <p:bgPr>
        <a:solidFill>
          <a:schemeClr val="lt1"/>
        </a:solidFill>
        <a:effectLst/>
      </p:bgPr>
    </p:bg>
    <p:spTree>
      <p:nvGrpSpPr>
        <p:cNvPr id="1" name="Shape 272"/>
        <p:cNvGrpSpPr/>
        <p:nvPr/>
      </p:nvGrpSpPr>
      <p:grpSpPr>
        <a:xfrm>
          <a:off x="0" y="0"/>
          <a:ext cx="0" cy="0"/>
          <a:chOff x="0" y="0"/>
          <a:chExt cx="0" cy="0"/>
        </a:xfrm>
      </p:grpSpPr>
      <p:sp>
        <p:nvSpPr>
          <p:cNvPr id="273" name="Google Shape;273;p89"/>
          <p:cNvSpPr/>
          <p:nvPr/>
        </p:nvSpPr>
        <p:spPr>
          <a:xfrm>
            <a:off x="0" y="4940854"/>
            <a:ext cx="12192000" cy="1917146"/>
          </a:xfrm>
          <a:prstGeom prst="rect">
            <a:avLst/>
          </a:prstGeom>
          <a:solidFill>
            <a:srgbClr val="D04A0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4" name="Google Shape;274;p89"/>
          <p:cNvSpPr txBox="1">
            <a:spLocks noGrp="1"/>
          </p:cNvSpPr>
          <p:nvPr>
            <p:ph type="ctrTitle"/>
          </p:nvPr>
        </p:nvSpPr>
        <p:spPr>
          <a:xfrm>
            <a:off x="442914" y="428625"/>
            <a:ext cx="5473699" cy="2428874"/>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dk1"/>
              </a:buClr>
              <a:buSzPts val="5800"/>
              <a:buFont typeface="Georgia"/>
              <a:buNone/>
              <a:defRPr sz="58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75" name="Google Shape;275;p89"/>
          <p:cNvSpPr/>
          <p:nvPr/>
        </p:nvSpPr>
        <p:spPr>
          <a:xfrm>
            <a:off x="5334000" y="0"/>
            <a:ext cx="6858000" cy="685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6" name="Google Shape;276;p89"/>
          <p:cNvSpPr txBox="1">
            <a:spLocks noGrp="1"/>
          </p:cNvSpPr>
          <p:nvPr>
            <p:ph type="body" idx="1"/>
          </p:nvPr>
        </p:nvSpPr>
        <p:spPr>
          <a:xfrm>
            <a:off x="442912" y="5259600"/>
            <a:ext cx="11306176" cy="145161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914400" marR="0" lvl="1"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endParaRPr/>
          </a:p>
        </p:txBody>
      </p:sp>
      <p:sp>
        <p:nvSpPr>
          <p:cNvPr id="277" name="Google Shape;277;p89"/>
          <p:cNvSpPr/>
          <p:nvPr/>
        </p:nvSpPr>
        <p:spPr>
          <a:xfrm>
            <a:off x="5334000" y="0"/>
            <a:ext cx="6858000" cy="685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8" name="Google Shape;278;p89"/>
          <p:cNvSpPr txBox="1"/>
          <p:nvPr/>
        </p:nvSpPr>
        <p:spPr>
          <a:xfrm>
            <a:off x="442913" y="4400548"/>
            <a:ext cx="5473699" cy="34049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GB" sz="1200" b="0" i="0" u="none" strike="noStrike" cap="none">
                <a:solidFill>
                  <a:schemeClr val="dk1"/>
                </a:solidFill>
                <a:latin typeface="Arial"/>
                <a:ea typeface="Arial"/>
                <a:cs typeface="Arial"/>
                <a:sym typeface="Arial"/>
              </a:rPr>
              <a:t>pwc.com.au</a:t>
            </a:r>
            <a:endParaRPr sz="12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Title Slide Logo Shape Rose">
  <p:cSld name="Title Slide Logo Shape Rose">
    <p:spTree>
      <p:nvGrpSpPr>
        <p:cNvPr id="1" name="Shape 279"/>
        <p:cNvGrpSpPr/>
        <p:nvPr/>
      </p:nvGrpSpPr>
      <p:grpSpPr>
        <a:xfrm>
          <a:off x="0" y="0"/>
          <a:ext cx="0" cy="0"/>
          <a:chOff x="0" y="0"/>
          <a:chExt cx="0" cy="0"/>
        </a:xfrm>
      </p:grpSpPr>
      <p:grpSp>
        <p:nvGrpSpPr>
          <p:cNvPr id="280" name="Google Shape;280;p90"/>
          <p:cNvGrpSpPr/>
          <p:nvPr/>
        </p:nvGrpSpPr>
        <p:grpSpPr>
          <a:xfrm>
            <a:off x="0" y="0"/>
            <a:ext cx="8914102" cy="6858001"/>
            <a:chOff x="0" y="0"/>
            <a:chExt cx="8914102" cy="6858001"/>
          </a:xfrm>
        </p:grpSpPr>
        <p:sp>
          <p:nvSpPr>
            <p:cNvPr id="281" name="Google Shape;281;p90"/>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D9395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82" name="Google Shape;282;p90"/>
            <p:cNvPicPr preferRelativeResize="0"/>
            <p:nvPr/>
          </p:nvPicPr>
          <p:blipFill rotWithShape="1">
            <a:blip r:embed="rId2">
              <a:alphaModFix/>
            </a:blip>
            <a:srcRect/>
            <a:stretch/>
          </p:blipFill>
          <p:spPr>
            <a:xfrm>
              <a:off x="185139" y="5330952"/>
              <a:ext cx="1636776" cy="1351184"/>
            </a:xfrm>
            <a:prstGeom prst="rect">
              <a:avLst/>
            </a:prstGeom>
            <a:noFill/>
            <a:ln>
              <a:noFill/>
            </a:ln>
          </p:spPr>
        </p:pic>
      </p:grpSp>
      <p:sp>
        <p:nvSpPr>
          <p:cNvPr id="283" name="Google Shape;283;p90"/>
          <p:cNvSpPr txBox="1">
            <a:spLocks noGrp="1"/>
          </p:cNvSpPr>
          <p:nvPr>
            <p:ph type="ctrTitle"/>
          </p:nvPr>
        </p:nvSpPr>
        <p:spPr>
          <a:xfrm>
            <a:off x="442913" y="1009185"/>
            <a:ext cx="5258640" cy="2419816"/>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000"/>
              <a:buFont typeface="Georgia"/>
              <a:buNone/>
              <a:defRPr sz="50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84" name="Google Shape;284;p90"/>
          <p:cNvSpPr txBox="1">
            <a:spLocks noGrp="1"/>
          </p:cNvSpPr>
          <p:nvPr>
            <p:ph type="subTitle" idx="1"/>
          </p:nvPr>
        </p:nvSpPr>
        <p:spPr>
          <a:xfrm>
            <a:off x="442914" y="3749040"/>
            <a:ext cx="5258640" cy="59436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285"/>
        <p:cNvGrpSpPr/>
        <p:nvPr/>
      </p:nvGrpSpPr>
      <p:grpSpPr>
        <a:xfrm>
          <a:off x="0" y="0"/>
          <a:ext cx="0" cy="0"/>
          <a:chOff x="0" y="0"/>
          <a:chExt cx="0" cy="0"/>
        </a:xfrm>
      </p:grpSpPr>
      <p:sp>
        <p:nvSpPr>
          <p:cNvPr id="286" name="Google Shape;286;p91"/>
          <p:cNvSpPr txBox="1">
            <a:spLocks noGrp="1"/>
          </p:cNvSpPr>
          <p:nvPr>
            <p:ph type="body" idx="1"/>
          </p:nvPr>
        </p:nvSpPr>
        <p:spPr>
          <a:xfrm>
            <a:off x="442913" y="2103438"/>
            <a:ext cx="11306175"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87" name="Google Shape;287;p91"/>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88" name="Google Shape;288;p91"/>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89" name="Google Shape;289;p91"/>
          <p:cNvSpPr txBox="1">
            <a:spLocks noGrp="1"/>
          </p:cNvSpPr>
          <p:nvPr>
            <p:ph type="subTitle" idx="2"/>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290"/>
        <p:cNvGrpSpPr/>
        <p:nvPr/>
      </p:nvGrpSpPr>
      <p:grpSpPr>
        <a:xfrm>
          <a:off x="0" y="0"/>
          <a:ext cx="0" cy="0"/>
          <a:chOff x="0" y="0"/>
          <a:chExt cx="0" cy="0"/>
        </a:xfrm>
      </p:grpSpPr>
      <p:sp>
        <p:nvSpPr>
          <p:cNvPr id="291" name="Google Shape;291;p92"/>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92" name="Google Shape;292;p92"/>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93" name="Google Shape;293;p92"/>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94" name="Google Shape;294;p92"/>
          <p:cNvSpPr txBox="1">
            <a:spLocks noGrp="1"/>
          </p:cNvSpPr>
          <p:nvPr>
            <p:ph type="subTitle" idx="2"/>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wo Content - Subtitle">
  <p:cSld name="Two Content - Subtitle">
    <p:spTree>
      <p:nvGrpSpPr>
        <p:cNvPr id="1" name="Shape 295"/>
        <p:cNvGrpSpPr/>
        <p:nvPr/>
      </p:nvGrpSpPr>
      <p:grpSpPr>
        <a:xfrm>
          <a:off x="0" y="0"/>
          <a:ext cx="0" cy="0"/>
          <a:chOff x="0" y="0"/>
          <a:chExt cx="0" cy="0"/>
        </a:xfrm>
      </p:grpSpPr>
      <p:sp>
        <p:nvSpPr>
          <p:cNvPr id="296" name="Google Shape;296;p93"/>
          <p:cNvSpPr txBox="1">
            <a:spLocks noGrp="1"/>
          </p:cNvSpPr>
          <p:nvPr>
            <p:ph type="body" idx="1"/>
          </p:nvPr>
        </p:nvSpPr>
        <p:spPr>
          <a:xfrm>
            <a:off x="442913" y="2103438"/>
            <a:ext cx="5473700" cy="4068761"/>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97" name="Google Shape;297;p93"/>
          <p:cNvSpPr txBox="1">
            <a:spLocks noGrp="1"/>
          </p:cNvSpPr>
          <p:nvPr>
            <p:ph type="body" idx="2"/>
          </p:nvPr>
        </p:nvSpPr>
        <p:spPr>
          <a:xfrm>
            <a:off x="6275388" y="2103437"/>
            <a:ext cx="5473699" cy="4068761"/>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98" name="Google Shape;298;p93"/>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99" name="Google Shape;299;p93"/>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00" name="Google Shape;300;p93"/>
          <p:cNvSpPr txBox="1">
            <a:spLocks noGrp="1"/>
          </p:cNvSpPr>
          <p:nvPr>
            <p:ph type="subTitle" idx="3"/>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Content and Image - Subtitle">
  <p:cSld name="Content and Image - Subtitle">
    <p:spTree>
      <p:nvGrpSpPr>
        <p:cNvPr id="1" name="Shape 301"/>
        <p:cNvGrpSpPr/>
        <p:nvPr/>
      </p:nvGrpSpPr>
      <p:grpSpPr>
        <a:xfrm>
          <a:off x="0" y="0"/>
          <a:ext cx="0" cy="0"/>
          <a:chOff x="0" y="0"/>
          <a:chExt cx="0" cy="0"/>
        </a:xfrm>
      </p:grpSpPr>
      <p:sp>
        <p:nvSpPr>
          <p:cNvPr id="302" name="Google Shape;302;p94"/>
          <p:cNvSpPr/>
          <p:nvPr/>
        </p:nvSpPr>
        <p:spPr>
          <a:xfrm>
            <a:off x="6096000" y="0"/>
            <a:ext cx="6096000" cy="685800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03" name="Google Shape;303;p94"/>
          <p:cNvSpPr txBox="1">
            <a:spLocks noGrp="1"/>
          </p:cNvSpPr>
          <p:nvPr>
            <p:ph type="body" idx="1"/>
          </p:nvPr>
        </p:nvSpPr>
        <p:spPr>
          <a:xfrm>
            <a:off x="442913" y="2103438"/>
            <a:ext cx="5317807"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04" name="Google Shape;304;p94"/>
          <p:cNvSpPr txBox="1">
            <a:spLocks noGrp="1"/>
          </p:cNvSpPr>
          <p:nvPr>
            <p:ph type="title"/>
          </p:nvPr>
        </p:nvSpPr>
        <p:spPr>
          <a:xfrm>
            <a:off x="442914" y="430514"/>
            <a:ext cx="5317806"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05" name="Google Shape;305;p94"/>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06" name="Google Shape;306;p94"/>
          <p:cNvSpPr txBox="1">
            <a:spLocks noGrp="1"/>
          </p:cNvSpPr>
          <p:nvPr>
            <p:ph type="subTitle" idx="2"/>
          </p:nvPr>
        </p:nvSpPr>
        <p:spPr>
          <a:xfrm>
            <a:off x="442912" y="933433"/>
            <a:ext cx="5317808"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hree Content - Subtitle">
  <p:cSld name="Three Content - Subtitle">
    <p:spTree>
      <p:nvGrpSpPr>
        <p:cNvPr id="1" name="Shape 307"/>
        <p:cNvGrpSpPr/>
        <p:nvPr/>
      </p:nvGrpSpPr>
      <p:grpSpPr>
        <a:xfrm>
          <a:off x="0" y="0"/>
          <a:ext cx="0" cy="0"/>
          <a:chOff x="0" y="0"/>
          <a:chExt cx="0" cy="0"/>
        </a:xfrm>
      </p:grpSpPr>
      <p:sp>
        <p:nvSpPr>
          <p:cNvPr id="308" name="Google Shape;308;p95"/>
          <p:cNvSpPr txBox="1">
            <a:spLocks noGrp="1"/>
          </p:cNvSpPr>
          <p:nvPr>
            <p:ph type="body" idx="1"/>
          </p:nvPr>
        </p:nvSpPr>
        <p:spPr>
          <a:xfrm>
            <a:off x="442913" y="2103439"/>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09" name="Google Shape;309;p95"/>
          <p:cNvSpPr txBox="1">
            <a:spLocks noGrp="1"/>
          </p:cNvSpPr>
          <p:nvPr>
            <p:ph type="body" idx="2"/>
          </p:nvPr>
        </p:nvSpPr>
        <p:spPr>
          <a:xfrm>
            <a:off x="4332288" y="2103439"/>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10" name="Google Shape;310;p95"/>
          <p:cNvSpPr txBox="1">
            <a:spLocks noGrp="1"/>
          </p:cNvSpPr>
          <p:nvPr>
            <p:ph type="body" idx="3"/>
          </p:nvPr>
        </p:nvSpPr>
        <p:spPr>
          <a:xfrm>
            <a:off x="8220076" y="2103439"/>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11" name="Google Shape;311;p95"/>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12" name="Google Shape;312;p95"/>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13" name="Google Shape;313;p95"/>
          <p:cNvSpPr txBox="1">
            <a:spLocks noGrp="1"/>
          </p:cNvSpPr>
          <p:nvPr>
            <p:ph type="subTitle" idx="4"/>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Four Content - Subtitle">
  <p:cSld name="Four Content - Subtitle">
    <p:spTree>
      <p:nvGrpSpPr>
        <p:cNvPr id="1" name="Shape 314"/>
        <p:cNvGrpSpPr/>
        <p:nvPr/>
      </p:nvGrpSpPr>
      <p:grpSpPr>
        <a:xfrm>
          <a:off x="0" y="0"/>
          <a:ext cx="0" cy="0"/>
          <a:chOff x="0" y="0"/>
          <a:chExt cx="0" cy="0"/>
        </a:xfrm>
      </p:grpSpPr>
      <p:sp>
        <p:nvSpPr>
          <p:cNvPr id="315" name="Google Shape;315;p96"/>
          <p:cNvSpPr txBox="1">
            <a:spLocks noGrp="1"/>
          </p:cNvSpPr>
          <p:nvPr>
            <p:ph type="body" idx="1"/>
          </p:nvPr>
        </p:nvSpPr>
        <p:spPr>
          <a:xfrm>
            <a:off x="442913" y="2103438"/>
            <a:ext cx="25560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16" name="Google Shape;316;p96"/>
          <p:cNvSpPr txBox="1">
            <a:spLocks noGrp="1"/>
          </p:cNvSpPr>
          <p:nvPr>
            <p:ph type="body" idx="2"/>
          </p:nvPr>
        </p:nvSpPr>
        <p:spPr>
          <a:xfrm>
            <a:off x="3360613" y="2103438"/>
            <a:ext cx="25560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17" name="Google Shape;317;p96"/>
          <p:cNvSpPr txBox="1">
            <a:spLocks noGrp="1"/>
          </p:cNvSpPr>
          <p:nvPr>
            <p:ph type="body" idx="3"/>
          </p:nvPr>
        </p:nvSpPr>
        <p:spPr>
          <a:xfrm>
            <a:off x="6275388" y="2103438"/>
            <a:ext cx="25560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18" name="Google Shape;318;p96"/>
          <p:cNvSpPr txBox="1">
            <a:spLocks noGrp="1"/>
          </p:cNvSpPr>
          <p:nvPr>
            <p:ph type="body" idx="4"/>
          </p:nvPr>
        </p:nvSpPr>
        <p:spPr>
          <a:xfrm>
            <a:off x="9190163" y="2103438"/>
            <a:ext cx="25560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19" name="Google Shape;319;p96"/>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20" name="Google Shape;320;p96"/>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21" name="Google Shape;321;p96"/>
          <p:cNvSpPr txBox="1">
            <a:spLocks noGrp="1"/>
          </p:cNvSpPr>
          <p:nvPr>
            <p:ph type="subTitle" idx="5"/>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Five Content - Subtitle">
  <p:cSld name="Five Content - Subtitle">
    <p:spTree>
      <p:nvGrpSpPr>
        <p:cNvPr id="1" name="Shape 322"/>
        <p:cNvGrpSpPr/>
        <p:nvPr/>
      </p:nvGrpSpPr>
      <p:grpSpPr>
        <a:xfrm>
          <a:off x="0" y="0"/>
          <a:ext cx="0" cy="0"/>
          <a:chOff x="0" y="0"/>
          <a:chExt cx="0" cy="0"/>
        </a:xfrm>
      </p:grpSpPr>
      <p:sp>
        <p:nvSpPr>
          <p:cNvPr id="323" name="Google Shape;323;p97"/>
          <p:cNvSpPr txBox="1">
            <a:spLocks noGrp="1"/>
          </p:cNvSpPr>
          <p:nvPr>
            <p:ph type="body" idx="1"/>
          </p:nvPr>
        </p:nvSpPr>
        <p:spPr>
          <a:xfrm>
            <a:off x="442913"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4" name="Google Shape;324;p97"/>
          <p:cNvSpPr txBox="1">
            <a:spLocks noGrp="1"/>
          </p:cNvSpPr>
          <p:nvPr>
            <p:ph type="body" idx="2"/>
          </p:nvPr>
        </p:nvSpPr>
        <p:spPr>
          <a:xfrm>
            <a:off x="2777045"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5" name="Google Shape;325;p97"/>
          <p:cNvSpPr txBox="1">
            <a:spLocks noGrp="1"/>
          </p:cNvSpPr>
          <p:nvPr>
            <p:ph type="body" idx="3"/>
          </p:nvPr>
        </p:nvSpPr>
        <p:spPr>
          <a:xfrm>
            <a:off x="5111177"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6" name="Google Shape;326;p97"/>
          <p:cNvSpPr txBox="1">
            <a:spLocks noGrp="1"/>
          </p:cNvSpPr>
          <p:nvPr>
            <p:ph type="body" idx="4"/>
          </p:nvPr>
        </p:nvSpPr>
        <p:spPr>
          <a:xfrm>
            <a:off x="7445309"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7" name="Google Shape;327;p97"/>
          <p:cNvSpPr txBox="1">
            <a:spLocks noGrp="1"/>
          </p:cNvSpPr>
          <p:nvPr>
            <p:ph type="body" idx="5"/>
          </p:nvPr>
        </p:nvSpPr>
        <p:spPr>
          <a:xfrm>
            <a:off x="9779443" y="2103438"/>
            <a:ext cx="1972800"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28" name="Google Shape;328;p97"/>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29" name="Google Shape;329;p97"/>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30" name="Google Shape;330;p97"/>
          <p:cNvSpPr txBox="1">
            <a:spLocks noGrp="1"/>
          </p:cNvSpPr>
          <p:nvPr>
            <p:ph type="subTitle" idx="6"/>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hree Images - Subtitle">
  <p:cSld name="Three Images - Subtitle">
    <p:spTree>
      <p:nvGrpSpPr>
        <p:cNvPr id="1" name="Shape 331"/>
        <p:cNvGrpSpPr/>
        <p:nvPr/>
      </p:nvGrpSpPr>
      <p:grpSpPr>
        <a:xfrm>
          <a:off x="0" y="0"/>
          <a:ext cx="0" cy="0"/>
          <a:chOff x="0" y="0"/>
          <a:chExt cx="0" cy="0"/>
        </a:xfrm>
      </p:grpSpPr>
      <p:sp>
        <p:nvSpPr>
          <p:cNvPr id="332" name="Google Shape;332;p98"/>
          <p:cNvSpPr/>
          <p:nvPr/>
        </p:nvSpPr>
        <p:spPr>
          <a:xfrm>
            <a:off x="442911" y="2100263"/>
            <a:ext cx="3529013" cy="301752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33" name="Google Shape;333;p98"/>
          <p:cNvSpPr/>
          <p:nvPr/>
        </p:nvSpPr>
        <p:spPr>
          <a:xfrm>
            <a:off x="4331493" y="2100263"/>
            <a:ext cx="3529013" cy="301752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34" name="Google Shape;334;p98"/>
          <p:cNvSpPr/>
          <p:nvPr/>
        </p:nvSpPr>
        <p:spPr>
          <a:xfrm>
            <a:off x="8220075" y="2100263"/>
            <a:ext cx="3529013" cy="3017520"/>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35" name="Google Shape;335;p98"/>
          <p:cNvSpPr txBox="1">
            <a:spLocks noGrp="1"/>
          </p:cNvSpPr>
          <p:nvPr>
            <p:ph type="body" idx="1"/>
          </p:nvPr>
        </p:nvSpPr>
        <p:spPr>
          <a:xfrm>
            <a:off x="442913" y="5280025"/>
            <a:ext cx="3529012" cy="892175"/>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6" name="Google Shape;336;p98"/>
          <p:cNvSpPr txBox="1">
            <a:spLocks noGrp="1"/>
          </p:cNvSpPr>
          <p:nvPr>
            <p:ph type="body" idx="2"/>
          </p:nvPr>
        </p:nvSpPr>
        <p:spPr>
          <a:xfrm>
            <a:off x="4331495" y="5280025"/>
            <a:ext cx="3529012" cy="892175"/>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7" name="Google Shape;337;p98"/>
          <p:cNvSpPr txBox="1">
            <a:spLocks noGrp="1"/>
          </p:cNvSpPr>
          <p:nvPr>
            <p:ph type="body" idx="3"/>
          </p:nvPr>
        </p:nvSpPr>
        <p:spPr>
          <a:xfrm>
            <a:off x="8220076" y="5280025"/>
            <a:ext cx="3529012" cy="892175"/>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38" name="Google Shape;338;p98"/>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39" name="Google Shape;339;p98"/>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40" name="Google Shape;340;p98"/>
          <p:cNvSpPr txBox="1">
            <a:spLocks noGrp="1"/>
          </p:cNvSpPr>
          <p:nvPr>
            <p:ph type="subTitle" idx="4"/>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Four Text Boxes for Icons - Subtitle">
  <p:cSld name="Four Text Boxes for Icons - Subtitle">
    <p:spTree>
      <p:nvGrpSpPr>
        <p:cNvPr id="1" name="Shape 341"/>
        <p:cNvGrpSpPr/>
        <p:nvPr/>
      </p:nvGrpSpPr>
      <p:grpSpPr>
        <a:xfrm>
          <a:off x="0" y="0"/>
          <a:ext cx="0" cy="0"/>
          <a:chOff x="0" y="0"/>
          <a:chExt cx="0" cy="0"/>
        </a:xfrm>
      </p:grpSpPr>
      <p:sp>
        <p:nvSpPr>
          <p:cNvPr id="342" name="Google Shape;342;p99"/>
          <p:cNvSpPr txBox="1">
            <a:spLocks noGrp="1"/>
          </p:cNvSpPr>
          <p:nvPr>
            <p:ph type="body" idx="1"/>
          </p:nvPr>
        </p:nvSpPr>
        <p:spPr>
          <a:xfrm>
            <a:off x="442913" y="3429000"/>
            <a:ext cx="2560320" cy="2743200"/>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43" name="Google Shape;343;p99"/>
          <p:cNvSpPr txBox="1">
            <a:spLocks noGrp="1"/>
          </p:cNvSpPr>
          <p:nvPr>
            <p:ph type="body" idx="2"/>
          </p:nvPr>
        </p:nvSpPr>
        <p:spPr>
          <a:xfrm>
            <a:off x="3358198" y="3429000"/>
            <a:ext cx="2560320" cy="2743200"/>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44" name="Google Shape;344;p99"/>
          <p:cNvSpPr txBox="1">
            <a:spLocks noGrp="1"/>
          </p:cNvSpPr>
          <p:nvPr>
            <p:ph type="body" idx="3"/>
          </p:nvPr>
        </p:nvSpPr>
        <p:spPr>
          <a:xfrm>
            <a:off x="6273483" y="3429000"/>
            <a:ext cx="2560320" cy="2743200"/>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45" name="Google Shape;345;p99"/>
          <p:cNvSpPr txBox="1">
            <a:spLocks noGrp="1"/>
          </p:cNvSpPr>
          <p:nvPr>
            <p:ph type="body" idx="4"/>
          </p:nvPr>
        </p:nvSpPr>
        <p:spPr>
          <a:xfrm>
            <a:off x="9188767" y="3429000"/>
            <a:ext cx="2560320" cy="2743200"/>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3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46" name="Google Shape;346;p99"/>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47" name="Google Shape;347;p99"/>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48" name="Google Shape;348;p99"/>
          <p:cNvSpPr txBox="1">
            <a:spLocks noGrp="1"/>
          </p:cNvSpPr>
          <p:nvPr>
            <p:ph type="subTitle" idx="5"/>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Four Team Images - Subtitle">
  <p:cSld name="Four Team Images - Subtitle">
    <p:spTree>
      <p:nvGrpSpPr>
        <p:cNvPr id="1" name="Shape 349"/>
        <p:cNvGrpSpPr/>
        <p:nvPr/>
      </p:nvGrpSpPr>
      <p:grpSpPr>
        <a:xfrm>
          <a:off x="0" y="0"/>
          <a:ext cx="0" cy="0"/>
          <a:chOff x="0" y="0"/>
          <a:chExt cx="0" cy="0"/>
        </a:xfrm>
      </p:grpSpPr>
      <p:sp>
        <p:nvSpPr>
          <p:cNvPr id="350" name="Google Shape;350;p100"/>
          <p:cNvSpPr/>
          <p:nvPr/>
        </p:nvSpPr>
        <p:spPr>
          <a:xfrm>
            <a:off x="442912" y="2100263"/>
            <a:ext cx="1325880" cy="1328737"/>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51" name="Google Shape;351;p100"/>
          <p:cNvSpPr/>
          <p:nvPr/>
        </p:nvSpPr>
        <p:spPr>
          <a:xfrm>
            <a:off x="3359637" y="2100263"/>
            <a:ext cx="1325880" cy="1328737"/>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52" name="Google Shape;352;p100"/>
          <p:cNvSpPr/>
          <p:nvPr/>
        </p:nvSpPr>
        <p:spPr>
          <a:xfrm>
            <a:off x="6276362" y="2100263"/>
            <a:ext cx="1325880" cy="1328737"/>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53" name="Google Shape;353;p100"/>
          <p:cNvSpPr/>
          <p:nvPr/>
        </p:nvSpPr>
        <p:spPr>
          <a:xfrm>
            <a:off x="9193088" y="2100263"/>
            <a:ext cx="1325880" cy="1328737"/>
          </a:xfrm>
          <a:prstGeom prst="rect">
            <a:avLst/>
          </a:prstGeom>
          <a:solidFill>
            <a:srgbClr val="DEDE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354" name="Google Shape;354;p100"/>
          <p:cNvSpPr txBox="1">
            <a:spLocks noGrp="1"/>
          </p:cNvSpPr>
          <p:nvPr>
            <p:ph type="body" idx="1"/>
          </p:nvPr>
        </p:nvSpPr>
        <p:spPr>
          <a:xfrm>
            <a:off x="442912" y="3657600"/>
            <a:ext cx="2560320" cy="2514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300"/>
              </a:spcBef>
              <a:spcAft>
                <a:spcPts val="30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355" name="Google Shape;355;p100"/>
          <p:cNvSpPr txBox="1">
            <a:spLocks noGrp="1"/>
          </p:cNvSpPr>
          <p:nvPr>
            <p:ph type="body" idx="2"/>
          </p:nvPr>
        </p:nvSpPr>
        <p:spPr>
          <a:xfrm>
            <a:off x="3358197" y="3657600"/>
            <a:ext cx="2560320" cy="2514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300"/>
              </a:spcBef>
              <a:spcAft>
                <a:spcPts val="30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356" name="Google Shape;356;p100"/>
          <p:cNvSpPr txBox="1">
            <a:spLocks noGrp="1"/>
          </p:cNvSpPr>
          <p:nvPr>
            <p:ph type="body" idx="3"/>
          </p:nvPr>
        </p:nvSpPr>
        <p:spPr>
          <a:xfrm>
            <a:off x="6273482" y="3657600"/>
            <a:ext cx="2560320" cy="2514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300"/>
              </a:spcBef>
              <a:spcAft>
                <a:spcPts val="30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357" name="Google Shape;357;p100"/>
          <p:cNvSpPr txBox="1">
            <a:spLocks noGrp="1"/>
          </p:cNvSpPr>
          <p:nvPr>
            <p:ph type="body" idx="4"/>
          </p:nvPr>
        </p:nvSpPr>
        <p:spPr>
          <a:xfrm>
            <a:off x="9188767" y="3657600"/>
            <a:ext cx="2560320" cy="25146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300"/>
              </a:spcBef>
              <a:spcAft>
                <a:spcPts val="30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358" name="Google Shape;358;p100"/>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59" name="Google Shape;359;p100"/>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60" name="Google Shape;360;p100"/>
          <p:cNvSpPr txBox="1">
            <a:spLocks noGrp="1"/>
          </p:cNvSpPr>
          <p:nvPr>
            <p:ph type="subTitle" idx="5"/>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One Column Chart - Subtitle">
  <p:cSld name="One Column Chart - Subtitle">
    <p:spTree>
      <p:nvGrpSpPr>
        <p:cNvPr id="1" name="Shape 361"/>
        <p:cNvGrpSpPr/>
        <p:nvPr/>
      </p:nvGrpSpPr>
      <p:grpSpPr>
        <a:xfrm>
          <a:off x="0" y="0"/>
          <a:ext cx="0" cy="0"/>
          <a:chOff x="0" y="0"/>
          <a:chExt cx="0" cy="0"/>
        </a:xfrm>
      </p:grpSpPr>
      <p:sp>
        <p:nvSpPr>
          <p:cNvPr id="362" name="Google Shape;362;p101"/>
          <p:cNvSpPr txBox="1">
            <a:spLocks noGrp="1"/>
          </p:cNvSpPr>
          <p:nvPr>
            <p:ph type="body" idx="1"/>
          </p:nvPr>
        </p:nvSpPr>
        <p:spPr>
          <a:xfrm>
            <a:off x="442914" y="2103438"/>
            <a:ext cx="3529012" cy="4068762"/>
          </a:xfrm>
          <a:prstGeom prst="rect">
            <a:avLst/>
          </a:prstGeom>
          <a:noFill/>
          <a:ln>
            <a:noFill/>
          </a:ln>
        </p:spPr>
        <p:txBody>
          <a:bodyPr spcFirstLastPara="1" wrap="square" lIns="0" tIns="0" rIns="0" bIns="0" anchor="t" anchorCtr="0">
            <a:noAutofit/>
          </a:bodyPr>
          <a:lstStyle>
            <a:lvl1pPr marL="457200" marR="0" lvl="0" indent="-330200" algn="l">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363" name="Google Shape;363;p101"/>
          <p:cNvSpPr txBox="1">
            <a:spLocks noGrp="1"/>
          </p:cNvSpPr>
          <p:nvPr>
            <p:ph type="title"/>
          </p:nvPr>
        </p:nvSpPr>
        <p:spPr>
          <a:xfrm>
            <a:off x="442913" y="430514"/>
            <a:ext cx="11306175" cy="50292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64" name="Google Shape;364;p101"/>
          <p:cNvSpPr txBox="1">
            <a:spLocks noGrp="1"/>
          </p:cNvSpPr>
          <p:nvPr>
            <p:ph type="sldNum" idx="12"/>
          </p:nvPr>
        </p:nvSpPr>
        <p:spPr>
          <a:xfrm>
            <a:off x="8218489" y="6492240"/>
            <a:ext cx="3530600" cy="13716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65" name="Google Shape;365;p101"/>
          <p:cNvSpPr txBox="1">
            <a:spLocks noGrp="1"/>
          </p:cNvSpPr>
          <p:nvPr>
            <p:ph type="subTitle" idx="2"/>
          </p:nvPr>
        </p:nvSpPr>
        <p:spPr>
          <a:xfrm>
            <a:off x="442912" y="933433"/>
            <a:ext cx="11306176" cy="885842"/>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Section Header Rose Manual">
  <p:cSld name="Section Header Rose Manual">
    <p:bg>
      <p:bgPr>
        <a:solidFill>
          <a:srgbClr val="D93954"/>
        </a:solidFill>
        <a:effectLst/>
      </p:bgPr>
    </p:bg>
    <p:spTree>
      <p:nvGrpSpPr>
        <p:cNvPr id="1" name="Shape 366"/>
        <p:cNvGrpSpPr/>
        <p:nvPr/>
      </p:nvGrpSpPr>
      <p:grpSpPr>
        <a:xfrm>
          <a:off x="0" y="0"/>
          <a:ext cx="0" cy="0"/>
          <a:chOff x="0" y="0"/>
          <a:chExt cx="0" cy="0"/>
        </a:xfrm>
      </p:grpSpPr>
      <p:sp>
        <p:nvSpPr>
          <p:cNvPr id="367" name="Google Shape;367;p102"/>
          <p:cNvSpPr txBox="1">
            <a:spLocks noGrp="1"/>
          </p:cNvSpPr>
          <p:nvPr>
            <p:ph type="title"/>
          </p:nvPr>
        </p:nvSpPr>
        <p:spPr>
          <a:xfrm>
            <a:off x="442913" y="428625"/>
            <a:ext cx="1374457" cy="1965960"/>
          </a:xfrm>
          <a:prstGeom prst="rect">
            <a:avLst/>
          </a:prstGeom>
          <a:noFill/>
          <a:ln>
            <a:noFill/>
          </a:ln>
        </p:spPr>
        <p:txBody>
          <a:bodyPr spcFirstLastPara="1" wrap="square" lIns="0" tIns="0" rIns="0" bIns="0" anchor="t" anchorCtr="0">
            <a:noAutofit/>
          </a:bodyPr>
          <a:lstStyle>
            <a:lvl1pPr marR="0" lvl="0" algn="l">
              <a:lnSpc>
                <a:spcPct val="80000"/>
              </a:lnSpc>
              <a:spcBef>
                <a:spcPts val="0"/>
              </a:spcBef>
              <a:spcAft>
                <a:spcPts val="0"/>
              </a:spcAft>
              <a:buClr>
                <a:schemeClr val="lt1"/>
              </a:buClr>
              <a:buSzPts val="14400"/>
              <a:buFont typeface="Arial"/>
              <a:buNone/>
              <a:defRPr sz="144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ody page style 1" userDrawn="1">
  <p:cSld name="Body page style 1">
    <p:bg>
      <p:bgPr>
        <a:solidFill>
          <a:schemeClr val="lt1"/>
        </a:solidFill>
        <a:effectLst/>
      </p:bgPr>
    </p:bg>
    <p:spTree>
      <p:nvGrpSpPr>
        <p:cNvPr id="1" name="Shape 2004"/>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1589DD1-181F-0C5E-BC34-EB97A5C4FF66}"/>
              </a:ext>
            </a:extLst>
          </p:cNvPr>
          <p:cNvSpPr txBox="1">
            <a:spLocks/>
          </p:cNvSpPr>
          <p:nvPr userDrawn="1"/>
        </p:nvSpPr>
        <p:spPr>
          <a:xfrm>
            <a:off x="11503818" y="6501384"/>
            <a:ext cx="298209" cy="161583"/>
          </a:xfrm>
          <a:prstGeom prst="rect">
            <a:avLst/>
          </a:prstGeom>
        </p:spPr>
        <p:txBody>
          <a:bodyPr vert="horz" wrap="square" lIns="0" tIns="0" rIns="0" bIns="0" rtlCol="0" anchor="b" anchorCtr="0">
            <a:spAutoFit/>
          </a:bodyPr>
          <a:lstStyle>
            <a:defPPr>
              <a:defRPr lang="en-US"/>
            </a:defPPr>
            <a:lvl1pPr marL="0" algn="r" defTabSz="914400" rtl="0" eaLnBrk="1" latinLnBrk="0" hangingPunct="1">
              <a:defRPr sz="1050" kern="1200">
                <a:solidFill>
                  <a:schemeClr val="tx1"/>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197396311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442913" y="432001"/>
            <a:ext cx="11306175" cy="1387274"/>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6"/>
          <p:cNvSpPr txBox="1">
            <a:spLocks noGrp="1"/>
          </p:cNvSpPr>
          <p:nvPr>
            <p:ph type="body" idx="1"/>
          </p:nvPr>
        </p:nvSpPr>
        <p:spPr>
          <a:xfrm>
            <a:off x="442913" y="2103438"/>
            <a:ext cx="11306175" cy="4068762"/>
          </a:xfrm>
          <a:prstGeom prst="rect">
            <a:avLst/>
          </a:prstGeom>
          <a:noFill/>
          <a:ln>
            <a:noFill/>
          </a:ln>
        </p:spPr>
        <p:txBody>
          <a:bodyPr spcFirstLastPara="1" wrap="square" lIns="0" tIns="0" rIns="0" bIns="0" anchor="t" anchorCtr="0">
            <a:noAutofit/>
          </a:bodyPr>
          <a:lstStyle>
            <a:lvl1pPr marL="457200" marR="0" lvl="0" indent="-330200" algn="l" rtl="0">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5.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1e85a8a9a7d_0_0"/>
          <p:cNvSpPr/>
          <p:nvPr/>
        </p:nvSpPr>
        <p:spPr>
          <a:xfrm>
            <a:off x="3782323" y="153900"/>
            <a:ext cx="6468581" cy="383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Georgia"/>
              <a:buNone/>
            </a:pPr>
            <a:r>
              <a:rPr lang="es-CL" sz="1800" noProof="0" dirty="0">
                <a:latin typeface="Georgia"/>
              </a:rPr>
              <a:t>Javier Andrés Reyes González</a:t>
            </a:r>
            <a:r>
              <a:rPr lang="es-CL" sz="1800" b="0" i="0" u="none" strike="noStrike" baseline="0" noProof="0" dirty="0">
                <a:latin typeface="Georgia"/>
              </a:rPr>
              <a:t>| </a:t>
            </a:r>
            <a:r>
              <a:rPr lang="es-CL" sz="1800" noProof="0" dirty="0">
                <a:latin typeface="Georgia"/>
              </a:rPr>
              <a:t>Analista</a:t>
            </a:r>
            <a:r>
              <a:rPr lang="es-CL" sz="1800" b="0" i="0" u="none" strike="noStrike" baseline="0" noProof="0" dirty="0">
                <a:latin typeface="Georgia"/>
              </a:rPr>
              <a:t>, </a:t>
            </a:r>
            <a:r>
              <a:rPr lang="es-CL" sz="1800" b="0" i="0" u="none" strike="noStrike" baseline="0" noProof="0" dirty="0" err="1">
                <a:latin typeface="Georgia"/>
              </a:rPr>
              <a:t>Technology</a:t>
            </a:r>
            <a:r>
              <a:rPr lang="es-CL" sz="1800" b="0" i="0" u="none" strike="noStrike" baseline="0" noProof="0" dirty="0">
                <a:latin typeface="Georgia"/>
              </a:rPr>
              <a:t> </a:t>
            </a:r>
            <a:r>
              <a:rPr lang="es-CL" sz="1800" b="0" i="0" u="none" strike="noStrike" baseline="0" noProof="0" dirty="0" err="1">
                <a:latin typeface="Georgia"/>
              </a:rPr>
              <a:t>Advisory</a:t>
            </a:r>
            <a:endParaRPr lang="es-CL" sz="1867" b="0" i="0" u="none" strike="noStrike" cap="none" noProof="0" dirty="0">
              <a:latin typeface="Georgia"/>
              <a:ea typeface="Arial"/>
              <a:cs typeface="Arial"/>
              <a:sym typeface="Arial"/>
            </a:endParaRPr>
          </a:p>
        </p:txBody>
      </p:sp>
      <p:cxnSp>
        <p:nvCxnSpPr>
          <p:cNvPr id="374" name="Google Shape;374;g1e85a8a9a7d_0_0"/>
          <p:cNvCxnSpPr/>
          <p:nvPr/>
        </p:nvCxnSpPr>
        <p:spPr>
          <a:xfrm>
            <a:off x="-17200" y="2078125"/>
            <a:ext cx="3076800" cy="0"/>
          </a:xfrm>
          <a:prstGeom prst="straightConnector1">
            <a:avLst/>
          </a:prstGeom>
          <a:noFill/>
          <a:ln w="38100" cap="flat" cmpd="sng">
            <a:solidFill>
              <a:srgbClr val="FFFFFF"/>
            </a:solidFill>
            <a:prstDash val="solid"/>
            <a:round/>
            <a:headEnd type="none" w="sm" len="sm"/>
            <a:tailEnd type="none" w="sm" len="sm"/>
          </a:ln>
        </p:spPr>
      </p:cxnSp>
      <p:sp>
        <p:nvSpPr>
          <p:cNvPr id="375" name="Google Shape;375;g1e85a8a9a7d_0_0"/>
          <p:cNvSpPr/>
          <p:nvPr/>
        </p:nvSpPr>
        <p:spPr>
          <a:xfrm>
            <a:off x="7937500" y="539250"/>
            <a:ext cx="4092300" cy="6031500"/>
          </a:xfrm>
          <a:prstGeom prst="rect">
            <a:avLst/>
          </a:prstGeom>
          <a:noFill/>
          <a:ln>
            <a:noFill/>
          </a:ln>
        </p:spPr>
        <p:txBody>
          <a:bodyPr spcFirstLastPara="1" wrap="square" lIns="36000" tIns="36000" rIns="36000" bIns="36000" anchor="t" anchorCtr="0">
            <a:noAutofit/>
          </a:bodyPr>
          <a:lstStyle/>
          <a:p>
            <a:pPr marL="35560" marR="35560" lvl="0" indent="0" algn="just" rtl="0">
              <a:lnSpc>
                <a:spcPct val="100000"/>
              </a:lnSpc>
              <a:spcBef>
                <a:spcPts val="0"/>
              </a:spcBef>
              <a:spcAft>
                <a:spcPts val="0"/>
              </a:spcAft>
              <a:buClr>
                <a:srgbClr val="000000"/>
              </a:buClr>
              <a:buSzPts val="1050"/>
              <a:buFont typeface="Arial"/>
              <a:buNone/>
            </a:pPr>
            <a:r>
              <a:rPr lang="es-CL" sz="1000" b="1" i="0" u="none" strike="noStrike" cap="none" noProof="0" dirty="0">
                <a:solidFill>
                  <a:srgbClr val="D04A02"/>
                </a:solidFill>
                <a:latin typeface="Arial"/>
                <a:ea typeface="Arial"/>
                <a:cs typeface="Arial"/>
                <a:sym typeface="Arial"/>
              </a:rPr>
              <a:t>Experiencia Relevante</a:t>
            </a:r>
            <a:endParaRPr lang="es-CL" sz="1000" b="1" i="0" u="none" strike="noStrike" cap="none" noProof="0" dirty="0">
              <a:solidFill>
                <a:srgbClr val="D04A02"/>
              </a:solidFill>
              <a:latin typeface="Arial"/>
              <a:ea typeface="Arial"/>
              <a:cs typeface="Arial"/>
            </a:endParaRPr>
          </a:p>
          <a:p>
            <a:pPr marL="35560" marR="35560" lvl="0" indent="0" algn="just" rtl="0">
              <a:lnSpc>
                <a:spcPct val="100000"/>
              </a:lnSpc>
              <a:spcBef>
                <a:spcPts val="0"/>
              </a:spcBef>
              <a:spcAft>
                <a:spcPts val="0"/>
              </a:spcAft>
              <a:buClr>
                <a:srgbClr val="000000"/>
              </a:buClr>
              <a:buSzPts val="900"/>
              <a:buFont typeface="Arial"/>
              <a:buNone/>
            </a:pPr>
            <a:endParaRPr lang="es-CL" sz="900" b="0" i="0" u="none" strike="noStrike" cap="none" noProof="0" dirty="0">
              <a:solidFill>
                <a:schemeClr val="dk1"/>
              </a:solidFill>
              <a:latin typeface="Arial"/>
              <a:ea typeface="Arial"/>
              <a:cs typeface="Arial"/>
            </a:endParaRPr>
          </a:p>
          <a:p>
            <a:r>
              <a:rPr lang="es-CL" sz="900" b="1" noProof="0" dirty="0">
                <a:solidFill>
                  <a:schemeClr val="dk1"/>
                </a:solidFill>
                <a:cs typeface="Arial"/>
              </a:rPr>
              <a:t>Asociado Ventas | </a:t>
            </a:r>
            <a:r>
              <a:rPr lang="es-CL" sz="900" b="1" noProof="0" dirty="0" err="1">
                <a:solidFill>
                  <a:schemeClr val="dk1"/>
                </a:solidFill>
                <a:cs typeface="Arial"/>
              </a:rPr>
              <a:t>Retail</a:t>
            </a:r>
            <a:br>
              <a:rPr lang="es-CL" sz="900" b="1" noProof="0" dirty="0">
                <a:solidFill>
                  <a:schemeClr val="dk1"/>
                </a:solidFill>
                <a:cs typeface="Arial"/>
              </a:rPr>
            </a:br>
            <a:r>
              <a:rPr lang="es-CL" sz="900" b="1" noProof="0" dirty="0">
                <a:solidFill>
                  <a:schemeClr val="dk1"/>
                </a:solidFill>
                <a:cs typeface="Arial"/>
              </a:rPr>
              <a:t>Edmonton, Canadá | 10.2023 – 04.2024</a:t>
            </a:r>
            <a:endParaRPr lang="es-CL" sz="900" noProof="0" dirty="0">
              <a:solidFill>
                <a:schemeClr val="dk1"/>
              </a:solidFill>
              <a:cs typeface="Arial"/>
            </a:endParaRPr>
          </a:p>
          <a:p>
            <a:pPr marL="285750" indent="-285750">
              <a:spcBef>
                <a:spcPct val="0"/>
              </a:spcBef>
              <a:buFont typeface="Arial"/>
              <a:buChar char="•"/>
            </a:pPr>
            <a:r>
              <a:rPr lang="es-CL" sz="900" noProof="0" dirty="0">
                <a:solidFill>
                  <a:schemeClr val="dk1"/>
                </a:solidFill>
                <a:cs typeface="Arial"/>
              </a:rPr>
              <a:t>Automatización de la gestión de inventarios usando Python y </a:t>
            </a:r>
            <a:r>
              <a:rPr lang="es-CL" sz="900" noProof="0" dirty="0" err="1">
                <a:solidFill>
                  <a:schemeClr val="dk1"/>
                </a:solidFill>
                <a:cs typeface="Arial"/>
              </a:rPr>
              <a:t>Selenium</a:t>
            </a:r>
            <a:r>
              <a:rPr lang="es-CL" sz="900" noProof="0" dirty="0">
                <a:solidFill>
                  <a:schemeClr val="dk1"/>
                </a:solidFill>
                <a:cs typeface="Arial"/>
              </a:rPr>
              <a:t>, mejorando la eficiencia en un 20%.</a:t>
            </a:r>
            <a:endParaRPr lang="es-CL" noProof="0" dirty="0">
              <a:solidFill>
                <a:schemeClr val="dk1"/>
              </a:solidFill>
              <a:cs typeface="Arial"/>
            </a:endParaRPr>
          </a:p>
          <a:p>
            <a:pPr marL="285750" indent="-285750">
              <a:spcBef>
                <a:spcPct val="0"/>
              </a:spcBef>
              <a:buFont typeface="Arial"/>
              <a:buChar char="•"/>
            </a:pPr>
            <a:r>
              <a:rPr lang="es-CL" sz="900" noProof="0" dirty="0">
                <a:solidFill>
                  <a:schemeClr val="dk1"/>
                </a:solidFill>
                <a:cs typeface="Arial"/>
              </a:rPr>
              <a:t>Logro de ventas superiores a $300.000 USD en 5 meses, impulsadas por el análisis de datos y la experiencia en ventas</a:t>
            </a:r>
            <a:r>
              <a:rPr lang="es-CL" sz="1100" noProof="0" dirty="0">
                <a:solidFill>
                  <a:schemeClr val="dk1"/>
                </a:solidFill>
                <a:cs typeface="Arial"/>
              </a:rPr>
              <a:t>.</a:t>
            </a:r>
            <a:endParaRPr lang="es-CL" noProof="0" dirty="0">
              <a:solidFill>
                <a:schemeClr val="dk1"/>
              </a:solidFill>
              <a:cs typeface="Arial"/>
            </a:endParaRPr>
          </a:p>
          <a:p>
            <a:pPr marL="285750" indent="-285750">
              <a:spcBef>
                <a:spcPct val="0"/>
              </a:spcBef>
              <a:buFont typeface="Arial"/>
              <a:buChar char="•"/>
            </a:pPr>
            <a:endParaRPr lang="es-CL" sz="1100" noProof="0" dirty="0">
              <a:solidFill>
                <a:schemeClr val="dk1"/>
              </a:solidFill>
              <a:cs typeface="Arial"/>
            </a:endParaRPr>
          </a:p>
          <a:p>
            <a:pPr algn="l"/>
            <a:r>
              <a:rPr lang="es-CL" sz="900" b="1" i="0" u="none" strike="noStrike" noProof="0" dirty="0">
                <a:solidFill>
                  <a:srgbClr val="000000"/>
                </a:solidFill>
                <a:effectLst/>
              </a:rPr>
              <a:t>Analista en Transformación Digital | </a:t>
            </a:r>
            <a:r>
              <a:rPr lang="es-CL" sz="900" b="1" noProof="0" dirty="0">
                <a:solidFill>
                  <a:srgbClr val="000000"/>
                </a:solidFill>
              </a:rPr>
              <a:t>Banca</a:t>
            </a:r>
            <a:br>
              <a:rPr lang="es-CL" sz="900" b="0" i="0" u="none" strike="noStrike" noProof="0" dirty="0">
                <a:effectLst/>
              </a:rPr>
            </a:br>
            <a:r>
              <a:rPr lang="es-CL" sz="900" b="0" i="0" u="none" strike="noStrike" noProof="0" dirty="0">
                <a:solidFill>
                  <a:srgbClr val="000000"/>
                </a:solidFill>
                <a:effectLst/>
              </a:rPr>
              <a:t>Santiago, Chile | 11.2021 – 06.2022</a:t>
            </a:r>
            <a:endParaRPr lang="es-CL" sz="900" b="0" i="0" u="none" strike="noStrike" noProof="0" dirty="0">
              <a:solidFill>
                <a:srgbClr val="000000"/>
              </a:solidFill>
              <a:effectLst/>
              <a:cs typeface="Arial"/>
            </a:endParaRPr>
          </a:p>
          <a:p>
            <a:pPr marL="171450" indent="-171450" algn="l">
              <a:buFont typeface="Arial"/>
              <a:buChar char="•"/>
            </a:pPr>
            <a:r>
              <a:rPr lang="es-CL" sz="900" b="0" i="0" u="none" strike="noStrike" noProof="0" dirty="0">
                <a:solidFill>
                  <a:srgbClr val="000000"/>
                </a:solidFill>
                <a:effectLst/>
              </a:rPr>
              <a:t>Colaboración en la digitalización de atención al cliente, optimizando los tiempos de respuesta en un 25%.</a:t>
            </a:r>
            <a:endParaRPr lang="es-CL" sz="900" b="0" i="0" u="none" strike="noStrike" noProof="0" dirty="0">
              <a:solidFill>
                <a:srgbClr val="000000"/>
              </a:solidFill>
              <a:effectLst/>
              <a:cs typeface="Arial"/>
            </a:endParaRPr>
          </a:p>
          <a:p>
            <a:pPr marL="35560" marR="35560" lvl="0" indent="0" algn="just" rtl="0">
              <a:lnSpc>
                <a:spcPct val="100000"/>
              </a:lnSpc>
              <a:spcBef>
                <a:spcPts val="0"/>
              </a:spcBef>
              <a:spcAft>
                <a:spcPts val="0"/>
              </a:spcAft>
              <a:buClr>
                <a:srgbClr val="000000"/>
              </a:buClr>
              <a:buSzPts val="900"/>
              <a:buFont typeface="Arial"/>
              <a:buNone/>
            </a:pPr>
            <a:endParaRPr lang="es-CL" sz="900" noProof="0" dirty="0">
              <a:solidFill>
                <a:schemeClr val="dk1"/>
              </a:solidFill>
              <a:cs typeface="Arial"/>
            </a:endParaRPr>
          </a:p>
          <a:p>
            <a:pPr marL="35999" marR="35999" lvl="0" algn="just">
              <a:buSzPts val="900"/>
            </a:pPr>
            <a:r>
              <a:rPr lang="en-GB" sz="1000" dirty="0" err="1">
                <a:solidFill>
                  <a:schemeClr val="accent1"/>
                </a:solidFill>
              </a:rPr>
              <a:t>Clientes</a:t>
            </a:r>
            <a:r>
              <a:rPr lang="en-GB" sz="1000" dirty="0">
                <a:solidFill>
                  <a:schemeClr val="accent1"/>
                </a:solidFill>
              </a:rPr>
              <a:t> </a:t>
            </a:r>
            <a:r>
              <a:rPr lang="en-GB" sz="1000" dirty="0" err="1">
                <a:solidFill>
                  <a:schemeClr val="accent1"/>
                </a:solidFill>
              </a:rPr>
              <a:t>Atendidos</a:t>
            </a:r>
            <a:endParaRPr lang="en-GB" sz="1000" dirty="0">
              <a:solidFill>
                <a:schemeClr val="accent1"/>
              </a:solidFill>
            </a:endParaRPr>
          </a:p>
          <a:p>
            <a:pPr marL="35999" marR="35999" lvl="0" algn="just">
              <a:buSzPts val="900"/>
            </a:pPr>
            <a:endParaRPr lang="es-CL" sz="900" dirty="0"/>
          </a:p>
          <a:p>
            <a:pPr marL="207449" marR="35999" lvl="0" indent="-171450" algn="just">
              <a:buSzPts val="900"/>
              <a:buFont typeface="Arial" panose="020B0604020202020204" pitchFamily="34" charset="0"/>
              <a:buChar char="•"/>
            </a:pPr>
            <a:r>
              <a:rPr lang="es-CL" sz="900" dirty="0"/>
              <a:t>Ashley </a:t>
            </a:r>
            <a:r>
              <a:rPr lang="es-CL" sz="900" dirty="0" err="1"/>
              <a:t>HomeStore</a:t>
            </a:r>
            <a:r>
              <a:rPr lang="es-CL" sz="900" dirty="0"/>
              <a:t> (</a:t>
            </a:r>
            <a:r>
              <a:rPr lang="es-CL" sz="900" dirty="0" err="1"/>
              <a:t>Canada</a:t>
            </a:r>
            <a:r>
              <a:rPr lang="es-CL" sz="900" dirty="0"/>
              <a:t>)</a:t>
            </a:r>
          </a:p>
          <a:p>
            <a:pPr marL="207449" marR="35999" lvl="0" indent="-171450" algn="just">
              <a:buSzPts val="900"/>
              <a:buFont typeface="Arial" panose="020B0604020202020204" pitchFamily="34" charset="0"/>
              <a:buChar char="•"/>
            </a:pPr>
            <a:r>
              <a:rPr lang="es-CL" sz="900" dirty="0"/>
              <a:t>Walmart (Estados Unidos)</a:t>
            </a:r>
          </a:p>
          <a:p>
            <a:pPr marL="207449" marR="35999" lvl="0" indent="-171450" algn="just">
              <a:buSzPts val="900"/>
              <a:buFont typeface="Arial" panose="020B0604020202020204" pitchFamily="34" charset="0"/>
              <a:buChar char="•"/>
            </a:pPr>
            <a:r>
              <a:rPr lang="es-CL" sz="900" dirty="0"/>
              <a:t>Banco Falabella (Chile)</a:t>
            </a:r>
          </a:p>
          <a:p>
            <a:pPr marL="207449" marR="35999" lvl="0" indent="-171450" algn="just">
              <a:buSzPts val="900"/>
              <a:buFont typeface="Arial" panose="020B0604020202020204" pitchFamily="34" charset="0"/>
              <a:buChar char="•"/>
            </a:pPr>
            <a:r>
              <a:rPr lang="es-CL" sz="900" dirty="0"/>
              <a:t>Móvil Falabella (Chile)</a:t>
            </a:r>
          </a:p>
          <a:p>
            <a:pPr marL="35560" marR="35560" lvl="0" indent="0" algn="just" rtl="0">
              <a:lnSpc>
                <a:spcPct val="100000"/>
              </a:lnSpc>
              <a:spcBef>
                <a:spcPts val="0"/>
              </a:spcBef>
              <a:spcAft>
                <a:spcPts val="0"/>
              </a:spcAft>
              <a:buClr>
                <a:srgbClr val="000000"/>
              </a:buClr>
              <a:buSzPts val="900"/>
              <a:buFont typeface="Arial"/>
              <a:buNone/>
            </a:pPr>
            <a:endParaRPr lang="es-CL" sz="900" noProof="0" dirty="0">
              <a:solidFill>
                <a:schemeClr val="dk1"/>
              </a:solidFill>
              <a:cs typeface="Arial"/>
            </a:endParaRPr>
          </a:p>
          <a:p>
            <a:pPr marL="35560" marR="35560" lvl="0" indent="0" algn="just" rtl="0">
              <a:lnSpc>
                <a:spcPct val="100000"/>
              </a:lnSpc>
              <a:spcBef>
                <a:spcPts val="0"/>
              </a:spcBef>
              <a:spcAft>
                <a:spcPts val="0"/>
              </a:spcAft>
              <a:buClr>
                <a:srgbClr val="000000"/>
              </a:buClr>
              <a:buSzPts val="900"/>
              <a:buFont typeface="Arial"/>
              <a:buNone/>
            </a:pPr>
            <a:endParaRPr lang="es-CL" sz="900" b="0" i="0" u="none" strike="noStrike" cap="none" noProof="0" dirty="0">
              <a:solidFill>
                <a:schemeClr val="dk1"/>
              </a:solidFill>
              <a:latin typeface="Arial"/>
              <a:ea typeface="Arial"/>
              <a:cs typeface="Arial"/>
            </a:endParaRPr>
          </a:p>
          <a:p>
            <a:pPr marL="35560" marR="35560" lvl="0" indent="0" algn="just" rtl="0">
              <a:lnSpc>
                <a:spcPct val="100000"/>
              </a:lnSpc>
              <a:spcBef>
                <a:spcPts val="0"/>
              </a:spcBef>
              <a:spcAft>
                <a:spcPts val="0"/>
              </a:spcAft>
              <a:buClr>
                <a:srgbClr val="000000"/>
              </a:buClr>
              <a:buSzPts val="1000"/>
              <a:buFont typeface="Arial"/>
              <a:buNone/>
            </a:pPr>
            <a:r>
              <a:rPr lang="es-CL" sz="1000" b="1" noProof="0" dirty="0">
                <a:solidFill>
                  <a:srgbClr val="D04A02"/>
                </a:solidFill>
                <a:sym typeface="Arial"/>
              </a:rPr>
              <a:t>Industrias / Proyectos / Programas </a:t>
            </a:r>
            <a:endParaRPr lang="es-CL" sz="1000" b="1" noProof="0" dirty="0">
              <a:solidFill>
                <a:srgbClr val="D04A02"/>
              </a:solidFill>
              <a:cs typeface="Arial"/>
            </a:endParaRPr>
          </a:p>
          <a:p>
            <a:pPr marL="35560" marR="35560" lvl="0" indent="0" algn="just" rtl="0">
              <a:lnSpc>
                <a:spcPct val="100000"/>
              </a:lnSpc>
              <a:spcBef>
                <a:spcPts val="0"/>
              </a:spcBef>
              <a:spcAft>
                <a:spcPts val="0"/>
              </a:spcAft>
              <a:buClr>
                <a:srgbClr val="000000"/>
              </a:buClr>
              <a:buSzPts val="1000"/>
              <a:buFont typeface="Arial"/>
              <a:buNone/>
            </a:pPr>
            <a:endParaRPr lang="es-CL" sz="1000" noProof="0" dirty="0">
              <a:solidFill>
                <a:schemeClr val="accent1"/>
              </a:solidFill>
              <a:cs typeface="Arial"/>
            </a:endParaRPr>
          </a:p>
          <a:p>
            <a:pPr marL="207010" marR="35560" lvl="0" indent="-171450" algn="just" rtl="0">
              <a:lnSpc>
                <a:spcPct val="100000"/>
              </a:lnSpc>
              <a:spcBef>
                <a:spcPts val="0"/>
              </a:spcBef>
              <a:spcAft>
                <a:spcPts val="0"/>
              </a:spcAft>
              <a:buClr>
                <a:srgbClr val="000000"/>
              </a:buClr>
              <a:buSzPts val="1000"/>
              <a:buFont typeface="Arial" panose="020B0604020202020204" pitchFamily="34" charset="0"/>
              <a:buChar char="•"/>
            </a:pPr>
            <a:r>
              <a:rPr lang="es-CL" sz="900" noProof="0" dirty="0" err="1"/>
              <a:t>Retail</a:t>
            </a:r>
            <a:r>
              <a:rPr lang="es-CL" sz="900" noProof="0" dirty="0"/>
              <a:t> </a:t>
            </a:r>
            <a:endParaRPr lang="es-CL" sz="900" noProof="0" dirty="0">
              <a:cs typeface="Arial"/>
            </a:endParaRPr>
          </a:p>
          <a:p>
            <a:pPr marL="207010" marR="35560" lvl="0" indent="-171450" algn="just" rtl="0">
              <a:lnSpc>
                <a:spcPct val="100000"/>
              </a:lnSpc>
              <a:spcBef>
                <a:spcPts val="0"/>
              </a:spcBef>
              <a:spcAft>
                <a:spcPts val="0"/>
              </a:spcAft>
              <a:buClr>
                <a:srgbClr val="000000"/>
              </a:buClr>
              <a:buSzPts val="1000"/>
              <a:buFont typeface="Arial" panose="020B0604020202020204" pitchFamily="34" charset="0"/>
              <a:buChar char="•"/>
            </a:pPr>
            <a:r>
              <a:rPr lang="es-CL" sz="900" noProof="0" dirty="0"/>
              <a:t>Banca y Finanzas </a:t>
            </a:r>
          </a:p>
          <a:p>
            <a:pPr marL="207010" marR="35560" lvl="0" indent="-171450" algn="just" rtl="0">
              <a:lnSpc>
                <a:spcPct val="100000"/>
              </a:lnSpc>
              <a:spcBef>
                <a:spcPts val="0"/>
              </a:spcBef>
              <a:spcAft>
                <a:spcPts val="0"/>
              </a:spcAft>
              <a:buClr>
                <a:srgbClr val="000000"/>
              </a:buClr>
              <a:buSzPts val="1000"/>
              <a:buFont typeface="Arial" panose="020B0604020202020204" pitchFamily="34" charset="0"/>
              <a:buChar char="•"/>
            </a:pPr>
            <a:r>
              <a:rPr lang="es-CL" sz="900" dirty="0">
                <a:cs typeface="Arial"/>
              </a:rPr>
              <a:t>Tecnología y desarrollo</a:t>
            </a:r>
            <a:endParaRPr lang="es-CL" sz="900" noProof="0" dirty="0">
              <a:cs typeface="Arial"/>
            </a:endParaRPr>
          </a:p>
          <a:p>
            <a:pPr marL="207010" marR="35560" lvl="0" indent="-171450" algn="just" rtl="0">
              <a:lnSpc>
                <a:spcPct val="100000"/>
              </a:lnSpc>
              <a:spcBef>
                <a:spcPts val="0"/>
              </a:spcBef>
              <a:spcAft>
                <a:spcPts val="0"/>
              </a:spcAft>
              <a:buClr>
                <a:srgbClr val="000000"/>
              </a:buClr>
              <a:buSzPts val="1000"/>
              <a:buFont typeface="Arial" panose="020B0604020202020204" pitchFamily="34" charset="0"/>
              <a:buChar char="•"/>
            </a:pPr>
            <a:endParaRPr lang="es-CL" sz="900" b="0" i="0" u="none" strike="noStrike" cap="none" noProof="0" dirty="0">
              <a:solidFill>
                <a:schemeClr val="dk1"/>
              </a:solidFill>
              <a:latin typeface="Arial"/>
              <a:ea typeface="Arial"/>
              <a:cs typeface="Arial"/>
            </a:endParaRPr>
          </a:p>
          <a:p>
            <a:pPr marL="207010" marR="35560" lvl="0" indent="-171450" algn="just" rtl="0">
              <a:lnSpc>
                <a:spcPct val="100000"/>
              </a:lnSpc>
              <a:spcBef>
                <a:spcPts val="0"/>
              </a:spcBef>
              <a:spcAft>
                <a:spcPts val="0"/>
              </a:spcAft>
              <a:buClr>
                <a:schemeClr val="dk1"/>
              </a:buClr>
              <a:buSzPts val="1050"/>
              <a:buFont typeface="Arial" panose="020B0604020202020204" pitchFamily="34" charset="0"/>
              <a:buChar char="•"/>
            </a:pPr>
            <a:endParaRPr lang="es-CL" sz="900" b="1" i="0" u="none" strike="noStrike" cap="none" noProof="0" dirty="0">
              <a:solidFill>
                <a:schemeClr val="accent1"/>
              </a:solidFill>
              <a:latin typeface="Arial"/>
              <a:ea typeface="Arial"/>
              <a:cs typeface="Arial"/>
            </a:endParaRPr>
          </a:p>
          <a:p>
            <a:pPr marL="456565" marR="0" lvl="0" indent="-236855" algn="just" rtl="0">
              <a:lnSpc>
                <a:spcPct val="100000"/>
              </a:lnSpc>
              <a:spcBef>
                <a:spcPts val="400"/>
              </a:spcBef>
              <a:spcAft>
                <a:spcPts val="0"/>
              </a:spcAft>
              <a:buClr>
                <a:schemeClr val="dk1"/>
              </a:buClr>
              <a:buSzPts val="800"/>
              <a:buFont typeface="Arial"/>
              <a:buNone/>
            </a:pPr>
            <a:endParaRPr lang="es-CL" sz="900" b="0" i="0" u="none" strike="noStrike" cap="none" noProof="0" dirty="0">
              <a:solidFill>
                <a:schemeClr val="dk1"/>
              </a:solidFill>
              <a:latin typeface="Arial"/>
              <a:ea typeface="Arial"/>
              <a:cs typeface="Arial"/>
            </a:endParaRPr>
          </a:p>
          <a:p>
            <a:pPr marL="168910" marR="0" lvl="0" indent="0" algn="just" rtl="0">
              <a:lnSpc>
                <a:spcPct val="100000"/>
              </a:lnSpc>
              <a:spcBef>
                <a:spcPts val="400"/>
              </a:spcBef>
              <a:spcAft>
                <a:spcPts val="0"/>
              </a:spcAft>
              <a:buNone/>
            </a:pPr>
            <a:endParaRPr lang="es-CL" sz="900" b="0" i="0" u="none" strike="noStrike" cap="none" noProof="0" dirty="0">
              <a:solidFill>
                <a:schemeClr val="dk1"/>
              </a:solidFill>
              <a:latin typeface="Arial"/>
              <a:ea typeface="Arial"/>
              <a:cs typeface="Arial"/>
            </a:endParaRPr>
          </a:p>
          <a:p>
            <a:pPr marL="35560" marR="35560" lvl="0" indent="0" algn="just" rtl="0">
              <a:lnSpc>
                <a:spcPct val="100000"/>
              </a:lnSpc>
              <a:spcBef>
                <a:spcPts val="0"/>
              </a:spcBef>
              <a:spcAft>
                <a:spcPts val="0"/>
              </a:spcAft>
              <a:buClr>
                <a:srgbClr val="000000"/>
              </a:buClr>
              <a:buSzPts val="900"/>
              <a:buFont typeface="Arial"/>
              <a:buNone/>
            </a:pPr>
            <a:endParaRPr lang="es-CL" sz="900" b="0" i="0" u="none" strike="noStrike" cap="none" noProof="0" dirty="0">
              <a:solidFill>
                <a:schemeClr val="dk1"/>
              </a:solidFill>
              <a:latin typeface="Arial"/>
              <a:ea typeface="Arial"/>
              <a:cs typeface="Arial"/>
            </a:endParaRPr>
          </a:p>
        </p:txBody>
      </p:sp>
      <p:sp>
        <p:nvSpPr>
          <p:cNvPr id="376" name="Google Shape;376;g1e85a8a9a7d_0_0"/>
          <p:cNvSpPr/>
          <p:nvPr/>
        </p:nvSpPr>
        <p:spPr>
          <a:xfrm>
            <a:off x="3782175" y="537025"/>
            <a:ext cx="4002600" cy="1666682"/>
          </a:xfrm>
          <a:prstGeom prst="rect">
            <a:avLst/>
          </a:prstGeom>
          <a:noFill/>
          <a:ln>
            <a:noFill/>
          </a:ln>
        </p:spPr>
        <p:txBody>
          <a:bodyPr spcFirstLastPara="1" wrap="square" lIns="36000" tIns="36000" rIns="36000" bIns="36000" anchor="t" anchorCtr="0">
            <a:noAutofit/>
          </a:bodyPr>
          <a:lstStyle/>
          <a:p>
            <a:pPr marL="35560" marR="35560" lvl="0" indent="0" algn="l" rtl="0">
              <a:lnSpc>
                <a:spcPct val="100000"/>
              </a:lnSpc>
              <a:spcBef>
                <a:spcPts val="0"/>
              </a:spcBef>
              <a:spcAft>
                <a:spcPts val="0"/>
              </a:spcAft>
              <a:buClr>
                <a:srgbClr val="000000"/>
              </a:buClr>
              <a:buSzPts val="1067"/>
              <a:buFont typeface="Arial"/>
              <a:buNone/>
            </a:pPr>
            <a:r>
              <a:rPr lang="es-CL" sz="1000" b="1" i="0" u="none" strike="noStrike" cap="none" noProof="0" dirty="0">
                <a:solidFill>
                  <a:srgbClr val="D04A02"/>
                </a:solidFill>
                <a:latin typeface="Arial"/>
                <a:ea typeface="Arial"/>
                <a:cs typeface="Arial"/>
                <a:sym typeface="Arial"/>
              </a:rPr>
              <a:t>Antecedentes</a:t>
            </a:r>
            <a:endParaRPr lang="es-CL" sz="1000" b="1" i="0" u="none" strike="noStrike" cap="none" noProof="0" dirty="0">
              <a:solidFill>
                <a:srgbClr val="D04A02"/>
              </a:solidFill>
              <a:latin typeface="Arial"/>
              <a:ea typeface="Arial"/>
              <a:cs typeface="Arial"/>
            </a:endParaRPr>
          </a:p>
          <a:p>
            <a:pPr marL="35560" marR="35560" lvl="0" indent="0" algn="l" rtl="0">
              <a:lnSpc>
                <a:spcPct val="100000"/>
              </a:lnSpc>
              <a:spcBef>
                <a:spcPts val="0"/>
              </a:spcBef>
              <a:spcAft>
                <a:spcPts val="0"/>
              </a:spcAft>
              <a:buClr>
                <a:srgbClr val="000000"/>
              </a:buClr>
              <a:buSzPts val="1067"/>
              <a:buFont typeface="Arial"/>
              <a:buNone/>
            </a:pPr>
            <a:endParaRPr lang="es-CL" sz="1000" b="1" i="0" u="none" strike="noStrike" cap="none" noProof="0" dirty="0">
              <a:solidFill>
                <a:srgbClr val="D04A02"/>
              </a:solidFill>
              <a:latin typeface="Arial"/>
              <a:ea typeface="Arial"/>
              <a:cs typeface="Arial"/>
            </a:endParaRPr>
          </a:p>
          <a:p>
            <a:pPr marL="0" marR="0" lvl="0" indent="0" algn="just" rtl="0">
              <a:lnSpc>
                <a:spcPct val="100000"/>
              </a:lnSpc>
              <a:spcBef>
                <a:spcPts val="0"/>
              </a:spcBef>
              <a:spcAft>
                <a:spcPts val="0"/>
              </a:spcAft>
              <a:buNone/>
            </a:pPr>
            <a:r>
              <a:rPr lang="es-CL" sz="900" b="0" i="0" u="none" strike="noStrike" noProof="0" dirty="0">
                <a:solidFill>
                  <a:srgbClr val="000000"/>
                </a:solidFill>
                <a:effectLst/>
                <a:latin typeface="+mn-lt"/>
              </a:rPr>
              <a:t>Ingeniero en Informática con experiencia en consultoría tecnológica, banca y </a:t>
            </a:r>
            <a:r>
              <a:rPr lang="es-CL" sz="900" b="0" i="0" u="none" strike="noStrike" noProof="0" dirty="0" err="1">
                <a:solidFill>
                  <a:srgbClr val="000000"/>
                </a:solidFill>
                <a:effectLst/>
                <a:latin typeface="+mn-lt"/>
              </a:rPr>
              <a:t>retail</a:t>
            </a:r>
            <a:r>
              <a:rPr lang="es-CL" sz="900" b="0" i="0" u="none" strike="noStrike" noProof="0" dirty="0">
                <a:solidFill>
                  <a:srgbClr val="000000"/>
                </a:solidFill>
                <a:effectLst/>
                <a:latin typeface="+mn-lt"/>
              </a:rPr>
              <a:t>, especializado en transformación digital y modernización de aplicaciones. Cuenta con experiencia en iniciativas PMO y en la coordinación de equipos multiculturales en entornos tecnológicos complejos. Ha liderado proyectos de </a:t>
            </a:r>
            <a:r>
              <a:rPr lang="es-CL" sz="900" b="0" i="0" u="none" strike="noStrike" noProof="0" dirty="0" err="1">
                <a:solidFill>
                  <a:srgbClr val="000000"/>
                </a:solidFill>
                <a:effectLst/>
                <a:latin typeface="+mn-lt"/>
              </a:rPr>
              <a:t>scraping</a:t>
            </a:r>
            <a:r>
              <a:rPr lang="es-CL" sz="900" b="0" i="0" u="none" strike="noStrike" noProof="0" dirty="0">
                <a:solidFill>
                  <a:srgbClr val="000000"/>
                </a:solidFill>
                <a:effectLst/>
                <a:latin typeface="+mn-lt"/>
              </a:rPr>
              <a:t> de datos y automatización, además de optimizar sistemas para mejorar la eficiencia en áreas como selección de personal y gestión de inventario, trabajando con </a:t>
            </a:r>
            <a:r>
              <a:rPr lang="es-CL" sz="900" b="0" i="0" u="none" strike="noStrike" noProof="0" dirty="0" err="1">
                <a:solidFill>
                  <a:srgbClr val="000000"/>
                </a:solidFill>
                <a:effectLst/>
                <a:latin typeface="+mn-lt"/>
              </a:rPr>
              <a:t>Agentic</a:t>
            </a:r>
            <a:r>
              <a:rPr lang="es-CL" sz="900" b="0" i="0" u="none" strike="noStrike" noProof="0" dirty="0">
                <a:solidFill>
                  <a:srgbClr val="000000"/>
                </a:solidFill>
                <a:effectLst/>
                <a:latin typeface="+mn-lt"/>
              </a:rPr>
              <a:t> AI, NLP y RAG para la automatización inteligente de procesos y la mejora de la eficiencia operativa, siempre con un enfoque en soluciones escalables y eficientes.</a:t>
            </a:r>
            <a:endParaRPr lang="es-CL" sz="900" b="0" i="0" u="none" strike="noStrike" noProof="0" dirty="0">
              <a:solidFill>
                <a:srgbClr val="000000"/>
              </a:solidFill>
              <a:effectLst/>
              <a:latin typeface="+mn-lt"/>
              <a:cs typeface="Arial"/>
            </a:endParaRPr>
          </a:p>
        </p:txBody>
      </p:sp>
      <p:sp>
        <p:nvSpPr>
          <p:cNvPr id="377" name="Google Shape;377;g1e85a8a9a7d_0_0"/>
          <p:cNvSpPr/>
          <p:nvPr/>
        </p:nvSpPr>
        <p:spPr>
          <a:xfrm>
            <a:off x="-23400" y="170"/>
            <a:ext cx="3600000" cy="6858000"/>
          </a:xfrm>
          <a:prstGeom prst="rect">
            <a:avLst/>
          </a:prstGeom>
          <a:solidFill>
            <a:srgbClr val="4646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067"/>
              <a:buFont typeface="Arial"/>
              <a:buNone/>
            </a:pPr>
            <a:endParaRPr lang="es-CL" sz="1067" b="0" i="0" u="none" strike="noStrike" cap="none" noProof="0" dirty="0">
              <a:solidFill>
                <a:srgbClr val="FFFFFF"/>
              </a:solidFill>
              <a:highlight>
                <a:srgbClr val="7D7D7D"/>
              </a:highlight>
              <a:latin typeface="Arial"/>
              <a:ea typeface="Arial"/>
              <a:cs typeface="Arial"/>
              <a:sym typeface="Arial"/>
            </a:endParaRPr>
          </a:p>
        </p:txBody>
      </p:sp>
      <p:grpSp>
        <p:nvGrpSpPr>
          <p:cNvPr id="378" name="Google Shape;378;g1e85a8a9a7d_0_0"/>
          <p:cNvGrpSpPr/>
          <p:nvPr/>
        </p:nvGrpSpPr>
        <p:grpSpPr>
          <a:xfrm>
            <a:off x="-23448" y="5924037"/>
            <a:ext cx="3599825" cy="824905"/>
            <a:chOff x="-23469" y="5293904"/>
            <a:chExt cx="4165500" cy="811435"/>
          </a:xfrm>
        </p:grpSpPr>
        <p:sp>
          <p:nvSpPr>
            <p:cNvPr id="379" name="Google Shape;379;g1e85a8a9a7d_0_0"/>
            <p:cNvSpPr/>
            <p:nvPr/>
          </p:nvSpPr>
          <p:spPr>
            <a:xfrm>
              <a:off x="-23469" y="5294139"/>
              <a:ext cx="4165500" cy="8112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lang="es-CL" sz="1867" b="0" i="0" u="none" strike="noStrike" cap="none" noProof="0" dirty="0">
                <a:solidFill>
                  <a:srgbClr val="000000"/>
                </a:solidFill>
                <a:latin typeface="Arial"/>
                <a:ea typeface="Arial"/>
                <a:cs typeface="Arial"/>
                <a:sym typeface="Arial"/>
              </a:endParaRPr>
            </a:p>
          </p:txBody>
        </p:sp>
        <p:sp>
          <p:nvSpPr>
            <p:cNvPr id="380" name="Google Shape;380;g1e85a8a9a7d_0_0"/>
            <p:cNvSpPr/>
            <p:nvPr/>
          </p:nvSpPr>
          <p:spPr>
            <a:xfrm>
              <a:off x="616491" y="5293904"/>
              <a:ext cx="2319300" cy="580500"/>
            </a:xfrm>
            <a:prstGeom prst="rect">
              <a:avLst/>
            </a:prstGeom>
            <a:noFill/>
            <a:ln w="9525" cap="flat" cmpd="sng">
              <a:solidFill>
                <a:schemeClr val="lt1"/>
              </a:solidFill>
              <a:prstDash val="solid"/>
              <a:round/>
              <a:headEnd type="none" w="sm" len="sm"/>
              <a:tailEnd type="none" w="sm" len="sm"/>
            </a:ln>
          </p:spPr>
          <p:txBody>
            <a:bodyPr spcFirstLastPara="1" wrap="square" lIns="0" tIns="66075" rIns="0" bIns="66075" anchor="t" anchorCtr="0">
              <a:noAutofit/>
            </a:bodyPr>
            <a:lstStyle/>
            <a:p>
              <a:pPr>
                <a:spcBef>
                  <a:spcPts val="661"/>
                </a:spcBef>
                <a:buClr>
                  <a:srgbClr val="000000"/>
                </a:buClr>
                <a:buSzPts val="1177"/>
              </a:pPr>
              <a:r>
                <a:rPr lang="es-CL" sz="1150" noProof="0" dirty="0"/>
                <a:t>+56 9 9878 8280</a:t>
              </a:r>
              <a:endParaRPr lang="es-CL" sz="1177" noProof="0" dirty="0"/>
            </a:p>
            <a:p>
              <a:pPr marL="0" marR="0" lvl="0" indent="0" algn="l" rtl="0">
                <a:lnSpc>
                  <a:spcPct val="100000"/>
                </a:lnSpc>
                <a:spcBef>
                  <a:spcPts val="661"/>
                </a:spcBef>
                <a:spcAft>
                  <a:spcPts val="0"/>
                </a:spcAft>
                <a:buClr>
                  <a:srgbClr val="000000"/>
                </a:buClr>
                <a:buSzPts val="1177"/>
                <a:buFont typeface="Arial"/>
                <a:buNone/>
              </a:pPr>
              <a:r>
                <a:rPr lang="es-CL" sz="1150" noProof="0" dirty="0"/>
                <a:t>Javier.r.reyes@pwc.com</a:t>
              </a:r>
              <a:endParaRPr lang="es-CL" sz="1150" noProof="0" dirty="0">
                <a:cs typeface="Arial"/>
              </a:endParaRPr>
            </a:p>
            <a:p>
              <a:pPr marL="0" marR="0" lvl="0" indent="0" algn="l" rtl="0">
                <a:lnSpc>
                  <a:spcPct val="100000"/>
                </a:lnSpc>
                <a:spcBef>
                  <a:spcPts val="661"/>
                </a:spcBef>
                <a:spcAft>
                  <a:spcPts val="0"/>
                </a:spcAft>
                <a:buClr>
                  <a:srgbClr val="000000"/>
                </a:buClr>
                <a:buSzPts val="1177"/>
                <a:buFont typeface="Arial"/>
                <a:buNone/>
              </a:pPr>
              <a:endParaRPr lang="es-CL" sz="1400" b="0" i="0" u="none" strike="noStrike" cap="none" noProof="0" dirty="0">
                <a:solidFill>
                  <a:srgbClr val="000000"/>
                </a:solidFill>
                <a:latin typeface="Arial"/>
                <a:ea typeface="Arial"/>
                <a:cs typeface="Arial"/>
                <a:sym typeface="Arial"/>
              </a:endParaRPr>
            </a:p>
          </p:txBody>
        </p:sp>
        <p:sp>
          <p:nvSpPr>
            <p:cNvPr id="381" name="Google Shape;381;g1e85a8a9a7d_0_0"/>
            <p:cNvSpPr/>
            <p:nvPr/>
          </p:nvSpPr>
          <p:spPr>
            <a:xfrm>
              <a:off x="257099" y="5699348"/>
              <a:ext cx="235196" cy="116650"/>
            </a:xfrm>
            <a:custGeom>
              <a:avLst/>
              <a:gdLst/>
              <a:ahLst/>
              <a:cxnLst/>
              <a:rect l="l" t="t" r="r" b="b"/>
              <a:pathLst>
                <a:path w="2318" h="1638" extrusionOk="0">
                  <a:moveTo>
                    <a:pt x="2248" y="0"/>
                  </a:moveTo>
                  <a:lnTo>
                    <a:pt x="70" y="0"/>
                  </a:lnTo>
                  <a:lnTo>
                    <a:pt x="70" y="0"/>
                  </a:lnTo>
                  <a:lnTo>
                    <a:pt x="56" y="2"/>
                  </a:lnTo>
                  <a:lnTo>
                    <a:pt x="44" y="6"/>
                  </a:lnTo>
                  <a:lnTo>
                    <a:pt x="32" y="12"/>
                  </a:lnTo>
                  <a:lnTo>
                    <a:pt x="20" y="20"/>
                  </a:lnTo>
                  <a:lnTo>
                    <a:pt x="12" y="30"/>
                  </a:lnTo>
                  <a:lnTo>
                    <a:pt x="6" y="44"/>
                  </a:lnTo>
                  <a:lnTo>
                    <a:pt x="2" y="56"/>
                  </a:lnTo>
                  <a:lnTo>
                    <a:pt x="0" y="70"/>
                  </a:lnTo>
                  <a:lnTo>
                    <a:pt x="0" y="100"/>
                  </a:lnTo>
                  <a:lnTo>
                    <a:pt x="0" y="1566"/>
                  </a:lnTo>
                  <a:lnTo>
                    <a:pt x="0" y="1566"/>
                  </a:lnTo>
                  <a:lnTo>
                    <a:pt x="0" y="1568"/>
                  </a:lnTo>
                  <a:lnTo>
                    <a:pt x="0" y="1568"/>
                  </a:lnTo>
                  <a:lnTo>
                    <a:pt x="2" y="1580"/>
                  </a:lnTo>
                  <a:lnTo>
                    <a:pt x="4" y="1592"/>
                  </a:lnTo>
                  <a:lnTo>
                    <a:pt x="4" y="1592"/>
                  </a:lnTo>
                  <a:lnTo>
                    <a:pt x="6" y="1594"/>
                  </a:lnTo>
                  <a:lnTo>
                    <a:pt x="6" y="1594"/>
                  </a:lnTo>
                  <a:lnTo>
                    <a:pt x="8" y="1598"/>
                  </a:lnTo>
                  <a:lnTo>
                    <a:pt x="8" y="1598"/>
                  </a:lnTo>
                  <a:lnTo>
                    <a:pt x="14" y="1606"/>
                  </a:lnTo>
                  <a:lnTo>
                    <a:pt x="18" y="1614"/>
                  </a:lnTo>
                  <a:lnTo>
                    <a:pt x="18" y="1614"/>
                  </a:lnTo>
                  <a:lnTo>
                    <a:pt x="24" y="1620"/>
                  </a:lnTo>
                  <a:lnTo>
                    <a:pt x="24" y="1620"/>
                  </a:lnTo>
                  <a:lnTo>
                    <a:pt x="38" y="1630"/>
                  </a:lnTo>
                  <a:lnTo>
                    <a:pt x="38" y="1630"/>
                  </a:lnTo>
                  <a:lnTo>
                    <a:pt x="46" y="1632"/>
                  </a:lnTo>
                  <a:lnTo>
                    <a:pt x="46" y="1632"/>
                  </a:lnTo>
                  <a:lnTo>
                    <a:pt x="58" y="1636"/>
                  </a:lnTo>
                  <a:lnTo>
                    <a:pt x="70" y="1638"/>
                  </a:lnTo>
                  <a:lnTo>
                    <a:pt x="2248" y="1638"/>
                  </a:lnTo>
                  <a:lnTo>
                    <a:pt x="2248" y="1638"/>
                  </a:lnTo>
                  <a:lnTo>
                    <a:pt x="2260" y="1636"/>
                  </a:lnTo>
                  <a:lnTo>
                    <a:pt x="2272" y="1632"/>
                  </a:lnTo>
                  <a:lnTo>
                    <a:pt x="2272" y="1632"/>
                  </a:lnTo>
                  <a:lnTo>
                    <a:pt x="2280" y="1630"/>
                  </a:lnTo>
                  <a:lnTo>
                    <a:pt x="2280" y="1630"/>
                  </a:lnTo>
                  <a:lnTo>
                    <a:pt x="2294" y="1620"/>
                  </a:lnTo>
                  <a:lnTo>
                    <a:pt x="2294" y="1620"/>
                  </a:lnTo>
                  <a:lnTo>
                    <a:pt x="2300" y="1614"/>
                  </a:lnTo>
                  <a:lnTo>
                    <a:pt x="2300" y="1614"/>
                  </a:lnTo>
                  <a:lnTo>
                    <a:pt x="2306" y="1606"/>
                  </a:lnTo>
                  <a:lnTo>
                    <a:pt x="2310" y="1598"/>
                  </a:lnTo>
                  <a:lnTo>
                    <a:pt x="2310" y="1598"/>
                  </a:lnTo>
                  <a:lnTo>
                    <a:pt x="2312" y="1594"/>
                  </a:lnTo>
                  <a:lnTo>
                    <a:pt x="2312" y="1594"/>
                  </a:lnTo>
                  <a:lnTo>
                    <a:pt x="2314" y="1592"/>
                  </a:lnTo>
                  <a:lnTo>
                    <a:pt x="2314" y="1592"/>
                  </a:lnTo>
                  <a:lnTo>
                    <a:pt x="2316" y="1580"/>
                  </a:lnTo>
                  <a:lnTo>
                    <a:pt x="2318" y="1568"/>
                  </a:lnTo>
                  <a:lnTo>
                    <a:pt x="2318" y="1568"/>
                  </a:lnTo>
                  <a:lnTo>
                    <a:pt x="2318" y="1566"/>
                  </a:lnTo>
                  <a:lnTo>
                    <a:pt x="2318" y="100"/>
                  </a:lnTo>
                  <a:lnTo>
                    <a:pt x="2318" y="70"/>
                  </a:lnTo>
                  <a:lnTo>
                    <a:pt x="2318" y="70"/>
                  </a:lnTo>
                  <a:lnTo>
                    <a:pt x="2316" y="56"/>
                  </a:lnTo>
                  <a:lnTo>
                    <a:pt x="2312" y="44"/>
                  </a:lnTo>
                  <a:lnTo>
                    <a:pt x="2306" y="30"/>
                  </a:lnTo>
                  <a:lnTo>
                    <a:pt x="2298" y="20"/>
                  </a:lnTo>
                  <a:lnTo>
                    <a:pt x="2286" y="12"/>
                  </a:lnTo>
                  <a:lnTo>
                    <a:pt x="2274" y="6"/>
                  </a:lnTo>
                  <a:lnTo>
                    <a:pt x="2262" y="2"/>
                  </a:lnTo>
                  <a:lnTo>
                    <a:pt x="2248" y="0"/>
                  </a:lnTo>
                  <a:lnTo>
                    <a:pt x="2248" y="0"/>
                  </a:lnTo>
                  <a:close/>
                  <a:moveTo>
                    <a:pt x="2076" y="142"/>
                  </a:moveTo>
                  <a:lnTo>
                    <a:pt x="1160" y="1060"/>
                  </a:lnTo>
                  <a:lnTo>
                    <a:pt x="242" y="142"/>
                  </a:lnTo>
                  <a:lnTo>
                    <a:pt x="2076" y="142"/>
                  </a:lnTo>
                  <a:close/>
                  <a:moveTo>
                    <a:pt x="142" y="242"/>
                  </a:moveTo>
                  <a:lnTo>
                    <a:pt x="764" y="866"/>
                  </a:lnTo>
                  <a:lnTo>
                    <a:pt x="142" y="1410"/>
                  </a:lnTo>
                  <a:lnTo>
                    <a:pt x="142" y="242"/>
                  </a:lnTo>
                  <a:close/>
                  <a:moveTo>
                    <a:pt x="260" y="1496"/>
                  </a:moveTo>
                  <a:lnTo>
                    <a:pt x="864" y="966"/>
                  </a:lnTo>
                  <a:lnTo>
                    <a:pt x="1160" y="1262"/>
                  </a:lnTo>
                  <a:lnTo>
                    <a:pt x="1454" y="966"/>
                  </a:lnTo>
                  <a:lnTo>
                    <a:pt x="2058" y="1496"/>
                  </a:lnTo>
                  <a:lnTo>
                    <a:pt x="260" y="1496"/>
                  </a:lnTo>
                  <a:close/>
                  <a:moveTo>
                    <a:pt x="2176" y="1410"/>
                  </a:moveTo>
                  <a:lnTo>
                    <a:pt x="1554" y="866"/>
                  </a:lnTo>
                  <a:lnTo>
                    <a:pt x="2176" y="242"/>
                  </a:lnTo>
                  <a:lnTo>
                    <a:pt x="2176" y="1410"/>
                  </a:lnTo>
                  <a:close/>
                </a:path>
              </a:pathLst>
            </a:custGeom>
            <a:solidFill>
              <a:srgbClr val="D04A02"/>
            </a:solidFill>
            <a:ln>
              <a:noFill/>
            </a:ln>
          </p:spPr>
          <p:txBody>
            <a:bodyPr spcFirstLastPara="1" wrap="square" lIns="134375" tIns="67150" rIns="134375" bIns="67150" anchor="t" anchorCtr="0">
              <a:noAutofit/>
            </a:bodyPr>
            <a:lstStyle/>
            <a:p>
              <a:pPr marL="0" marR="0" lvl="0" indent="0" algn="l" rtl="0">
                <a:lnSpc>
                  <a:spcPct val="100000"/>
                </a:lnSpc>
                <a:spcBef>
                  <a:spcPts val="0"/>
                </a:spcBef>
                <a:spcAft>
                  <a:spcPts val="0"/>
                </a:spcAft>
                <a:buClr>
                  <a:srgbClr val="000000"/>
                </a:buClr>
                <a:buSzPts val="2058"/>
                <a:buFont typeface="Arial"/>
                <a:buNone/>
              </a:pPr>
              <a:endParaRPr lang="es-CL" sz="2058" b="0" i="0" u="none" strike="noStrike" cap="none" noProof="0" dirty="0">
                <a:solidFill>
                  <a:srgbClr val="000000"/>
                </a:solidFill>
                <a:latin typeface="Arial"/>
                <a:ea typeface="Arial"/>
                <a:cs typeface="Arial"/>
                <a:sym typeface="Arial"/>
              </a:endParaRPr>
            </a:p>
          </p:txBody>
        </p:sp>
        <p:sp>
          <p:nvSpPr>
            <p:cNvPr id="382" name="Google Shape;382;g1e85a8a9a7d_0_0"/>
            <p:cNvSpPr/>
            <p:nvPr/>
          </p:nvSpPr>
          <p:spPr>
            <a:xfrm>
              <a:off x="276738" y="5430416"/>
              <a:ext cx="170362" cy="183004"/>
            </a:xfrm>
            <a:custGeom>
              <a:avLst/>
              <a:gdLst/>
              <a:ahLst/>
              <a:cxnLst/>
              <a:rect l="l" t="t" r="r" b="b"/>
              <a:pathLst>
                <a:path w="1506" h="2552" extrusionOk="0">
                  <a:moveTo>
                    <a:pt x="1318" y="0"/>
                  </a:moveTo>
                  <a:lnTo>
                    <a:pt x="186" y="0"/>
                  </a:lnTo>
                  <a:lnTo>
                    <a:pt x="186" y="0"/>
                  </a:lnTo>
                  <a:lnTo>
                    <a:pt x="168" y="0"/>
                  </a:lnTo>
                  <a:lnTo>
                    <a:pt x="148" y="4"/>
                  </a:lnTo>
                  <a:lnTo>
                    <a:pt x="130" y="8"/>
                  </a:lnTo>
                  <a:lnTo>
                    <a:pt x="114" y="14"/>
                  </a:lnTo>
                  <a:lnTo>
                    <a:pt x="98" y="22"/>
                  </a:lnTo>
                  <a:lnTo>
                    <a:pt x="82" y="32"/>
                  </a:lnTo>
                  <a:lnTo>
                    <a:pt x="68" y="42"/>
                  </a:lnTo>
                  <a:lnTo>
                    <a:pt x="54" y="54"/>
                  </a:lnTo>
                  <a:lnTo>
                    <a:pt x="42" y="68"/>
                  </a:lnTo>
                  <a:lnTo>
                    <a:pt x="32" y="82"/>
                  </a:lnTo>
                  <a:lnTo>
                    <a:pt x="22" y="98"/>
                  </a:lnTo>
                  <a:lnTo>
                    <a:pt x="14" y="114"/>
                  </a:lnTo>
                  <a:lnTo>
                    <a:pt x="8" y="132"/>
                  </a:lnTo>
                  <a:lnTo>
                    <a:pt x="2" y="150"/>
                  </a:lnTo>
                  <a:lnTo>
                    <a:pt x="0" y="168"/>
                  </a:lnTo>
                  <a:lnTo>
                    <a:pt x="0" y="188"/>
                  </a:lnTo>
                  <a:lnTo>
                    <a:pt x="0" y="2364"/>
                  </a:lnTo>
                  <a:lnTo>
                    <a:pt x="0" y="2364"/>
                  </a:lnTo>
                  <a:lnTo>
                    <a:pt x="0" y="2384"/>
                  </a:lnTo>
                  <a:lnTo>
                    <a:pt x="2" y="2402"/>
                  </a:lnTo>
                  <a:lnTo>
                    <a:pt x="8" y="2420"/>
                  </a:lnTo>
                  <a:lnTo>
                    <a:pt x="14" y="2438"/>
                  </a:lnTo>
                  <a:lnTo>
                    <a:pt x="22" y="2454"/>
                  </a:lnTo>
                  <a:lnTo>
                    <a:pt x="32" y="2470"/>
                  </a:lnTo>
                  <a:lnTo>
                    <a:pt x="42" y="2484"/>
                  </a:lnTo>
                  <a:lnTo>
                    <a:pt x="54" y="2496"/>
                  </a:lnTo>
                  <a:lnTo>
                    <a:pt x="68" y="2508"/>
                  </a:lnTo>
                  <a:lnTo>
                    <a:pt x="82" y="2520"/>
                  </a:lnTo>
                  <a:lnTo>
                    <a:pt x="98" y="2530"/>
                  </a:lnTo>
                  <a:lnTo>
                    <a:pt x="114" y="2536"/>
                  </a:lnTo>
                  <a:lnTo>
                    <a:pt x="130" y="2544"/>
                  </a:lnTo>
                  <a:lnTo>
                    <a:pt x="148" y="2548"/>
                  </a:lnTo>
                  <a:lnTo>
                    <a:pt x="168" y="2550"/>
                  </a:lnTo>
                  <a:lnTo>
                    <a:pt x="186" y="2552"/>
                  </a:lnTo>
                  <a:lnTo>
                    <a:pt x="1318" y="2552"/>
                  </a:lnTo>
                  <a:lnTo>
                    <a:pt x="1318" y="2552"/>
                  </a:lnTo>
                  <a:lnTo>
                    <a:pt x="1338" y="2550"/>
                  </a:lnTo>
                  <a:lnTo>
                    <a:pt x="1356" y="2548"/>
                  </a:lnTo>
                  <a:lnTo>
                    <a:pt x="1374" y="2544"/>
                  </a:lnTo>
                  <a:lnTo>
                    <a:pt x="1392" y="2536"/>
                  </a:lnTo>
                  <a:lnTo>
                    <a:pt x="1408" y="2530"/>
                  </a:lnTo>
                  <a:lnTo>
                    <a:pt x="1424" y="2520"/>
                  </a:lnTo>
                  <a:lnTo>
                    <a:pt x="1438" y="2508"/>
                  </a:lnTo>
                  <a:lnTo>
                    <a:pt x="1452" y="2496"/>
                  </a:lnTo>
                  <a:lnTo>
                    <a:pt x="1464" y="2484"/>
                  </a:lnTo>
                  <a:lnTo>
                    <a:pt x="1474" y="2470"/>
                  </a:lnTo>
                  <a:lnTo>
                    <a:pt x="1484" y="2454"/>
                  </a:lnTo>
                  <a:lnTo>
                    <a:pt x="1492" y="2438"/>
                  </a:lnTo>
                  <a:lnTo>
                    <a:pt x="1498" y="2420"/>
                  </a:lnTo>
                  <a:lnTo>
                    <a:pt x="1502" y="2402"/>
                  </a:lnTo>
                  <a:lnTo>
                    <a:pt x="1506" y="2384"/>
                  </a:lnTo>
                  <a:lnTo>
                    <a:pt x="1506" y="2364"/>
                  </a:lnTo>
                  <a:lnTo>
                    <a:pt x="1506" y="188"/>
                  </a:lnTo>
                  <a:lnTo>
                    <a:pt x="1506" y="188"/>
                  </a:lnTo>
                  <a:lnTo>
                    <a:pt x="1506" y="168"/>
                  </a:lnTo>
                  <a:lnTo>
                    <a:pt x="1502" y="150"/>
                  </a:lnTo>
                  <a:lnTo>
                    <a:pt x="1498" y="132"/>
                  </a:lnTo>
                  <a:lnTo>
                    <a:pt x="1492" y="114"/>
                  </a:lnTo>
                  <a:lnTo>
                    <a:pt x="1484" y="98"/>
                  </a:lnTo>
                  <a:lnTo>
                    <a:pt x="1474" y="82"/>
                  </a:lnTo>
                  <a:lnTo>
                    <a:pt x="1464" y="68"/>
                  </a:lnTo>
                  <a:lnTo>
                    <a:pt x="1452" y="54"/>
                  </a:lnTo>
                  <a:lnTo>
                    <a:pt x="1438" y="42"/>
                  </a:lnTo>
                  <a:lnTo>
                    <a:pt x="1424" y="32"/>
                  </a:lnTo>
                  <a:lnTo>
                    <a:pt x="1408" y="22"/>
                  </a:lnTo>
                  <a:lnTo>
                    <a:pt x="1392" y="14"/>
                  </a:lnTo>
                  <a:lnTo>
                    <a:pt x="1374" y="8"/>
                  </a:lnTo>
                  <a:lnTo>
                    <a:pt x="1356" y="4"/>
                  </a:lnTo>
                  <a:lnTo>
                    <a:pt x="1338" y="0"/>
                  </a:lnTo>
                  <a:lnTo>
                    <a:pt x="1318" y="0"/>
                  </a:lnTo>
                  <a:lnTo>
                    <a:pt x="1318" y="0"/>
                  </a:lnTo>
                  <a:close/>
                  <a:moveTo>
                    <a:pt x="626" y="180"/>
                  </a:moveTo>
                  <a:lnTo>
                    <a:pt x="878" y="180"/>
                  </a:lnTo>
                  <a:lnTo>
                    <a:pt x="878" y="180"/>
                  </a:lnTo>
                  <a:lnTo>
                    <a:pt x="888" y="182"/>
                  </a:lnTo>
                  <a:lnTo>
                    <a:pt x="898" y="186"/>
                  </a:lnTo>
                  <a:lnTo>
                    <a:pt x="908" y="190"/>
                  </a:lnTo>
                  <a:lnTo>
                    <a:pt x="916" y="196"/>
                  </a:lnTo>
                  <a:lnTo>
                    <a:pt x="922" y="204"/>
                  </a:lnTo>
                  <a:lnTo>
                    <a:pt x="928" y="214"/>
                  </a:lnTo>
                  <a:lnTo>
                    <a:pt x="930" y="224"/>
                  </a:lnTo>
                  <a:lnTo>
                    <a:pt x="932" y="234"/>
                  </a:lnTo>
                  <a:lnTo>
                    <a:pt x="932" y="234"/>
                  </a:lnTo>
                  <a:lnTo>
                    <a:pt x="930" y="246"/>
                  </a:lnTo>
                  <a:lnTo>
                    <a:pt x="928" y="256"/>
                  </a:lnTo>
                  <a:lnTo>
                    <a:pt x="922" y="264"/>
                  </a:lnTo>
                  <a:lnTo>
                    <a:pt x="916" y="272"/>
                  </a:lnTo>
                  <a:lnTo>
                    <a:pt x="908" y="278"/>
                  </a:lnTo>
                  <a:lnTo>
                    <a:pt x="898" y="284"/>
                  </a:lnTo>
                  <a:lnTo>
                    <a:pt x="888" y="286"/>
                  </a:lnTo>
                  <a:lnTo>
                    <a:pt x="878" y="288"/>
                  </a:lnTo>
                  <a:lnTo>
                    <a:pt x="626" y="288"/>
                  </a:lnTo>
                  <a:lnTo>
                    <a:pt x="626" y="288"/>
                  </a:lnTo>
                  <a:lnTo>
                    <a:pt x="616" y="286"/>
                  </a:lnTo>
                  <a:lnTo>
                    <a:pt x="606" y="284"/>
                  </a:lnTo>
                  <a:lnTo>
                    <a:pt x="596" y="278"/>
                  </a:lnTo>
                  <a:lnTo>
                    <a:pt x="590" y="272"/>
                  </a:lnTo>
                  <a:lnTo>
                    <a:pt x="582" y="264"/>
                  </a:lnTo>
                  <a:lnTo>
                    <a:pt x="578" y="256"/>
                  </a:lnTo>
                  <a:lnTo>
                    <a:pt x="574" y="246"/>
                  </a:lnTo>
                  <a:lnTo>
                    <a:pt x="574" y="234"/>
                  </a:lnTo>
                  <a:lnTo>
                    <a:pt x="574" y="234"/>
                  </a:lnTo>
                  <a:lnTo>
                    <a:pt x="574" y="224"/>
                  </a:lnTo>
                  <a:lnTo>
                    <a:pt x="578" y="214"/>
                  </a:lnTo>
                  <a:lnTo>
                    <a:pt x="582" y="204"/>
                  </a:lnTo>
                  <a:lnTo>
                    <a:pt x="590" y="196"/>
                  </a:lnTo>
                  <a:lnTo>
                    <a:pt x="596" y="190"/>
                  </a:lnTo>
                  <a:lnTo>
                    <a:pt x="606" y="186"/>
                  </a:lnTo>
                  <a:lnTo>
                    <a:pt x="616" y="182"/>
                  </a:lnTo>
                  <a:lnTo>
                    <a:pt x="626" y="180"/>
                  </a:lnTo>
                  <a:lnTo>
                    <a:pt x="626" y="180"/>
                  </a:lnTo>
                  <a:close/>
                  <a:moveTo>
                    <a:pt x="752" y="2430"/>
                  </a:moveTo>
                  <a:lnTo>
                    <a:pt x="752" y="2430"/>
                  </a:lnTo>
                  <a:lnTo>
                    <a:pt x="740" y="2428"/>
                  </a:lnTo>
                  <a:lnTo>
                    <a:pt x="728" y="2428"/>
                  </a:lnTo>
                  <a:lnTo>
                    <a:pt x="716" y="2424"/>
                  </a:lnTo>
                  <a:lnTo>
                    <a:pt x="704" y="2420"/>
                  </a:lnTo>
                  <a:lnTo>
                    <a:pt x="682" y="2408"/>
                  </a:lnTo>
                  <a:lnTo>
                    <a:pt x="664" y="2392"/>
                  </a:lnTo>
                  <a:lnTo>
                    <a:pt x="648" y="2374"/>
                  </a:lnTo>
                  <a:lnTo>
                    <a:pt x="636" y="2352"/>
                  </a:lnTo>
                  <a:lnTo>
                    <a:pt x="632" y="2342"/>
                  </a:lnTo>
                  <a:lnTo>
                    <a:pt x="630" y="2330"/>
                  </a:lnTo>
                  <a:lnTo>
                    <a:pt x="628" y="2316"/>
                  </a:lnTo>
                  <a:lnTo>
                    <a:pt x="626" y="2304"/>
                  </a:lnTo>
                  <a:lnTo>
                    <a:pt x="626" y="2304"/>
                  </a:lnTo>
                  <a:lnTo>
                    <a:pt x="628" y="2292"/>
                  </a:lnTo>
                  <a:lnTo>
                    <a:pt x="630" y="2278"/>
                  </a:lnTo>
                  <a:lnTo>
                    <a:pt x="632" y="2266"/>
                  </a:lnTo>
                  <a:lnTo>
                    <a:pt x="636" y="2256"/>
                  </a:lnTo>
                  <a:lnTo>
                    <a:pt x="648" y="2234"/>
                  </a:lnTo>
                  <a:lnTo>
                    <a:pt x="664" y="2216"/>
                  </a:lnTo>
                  <a:lnTo>
                    <a:pt x="682" y="2200"/>
                  </a:lnTo>
                  <a:lnTo>
                    <a:pt x="704" y="2188"/>
                  </a:lnTo>
                  <a:lnTo>
                    <a:pt x="716" y="2184"/>
                  </a:lnTo>
                  <a:lnTo>
                    <a:pt x="728" y="2182"/>
                  </a:lnTo>
                  <a:lnTo>
                    <a:pt x="740" y="2180"/>
                  </a:lnTo>
                  <a:lnTo>
                    <a:pt x="752" y="2178"/>
                  </a:lnTo>
                  <a:lnTo>
                    <a:pt x="752" y="2178"/>
                  </a:lnTo>
                  <a:lnTo>
                    <a:pt x="766" y="2180"/>
                  </a:lnTo>
                  <a:lnTo>
                    <a:pt x="778" y="2182"/>
                  </a:lnTo>
                  <a:lnTo>
                    <a:pt x="790" y="2184"/>
                  </a:lnTo>
                  <a:lnTo>
                    <a:pt x="802" y="2188"/>
                  </a:lnTo>
                  <a:lnTo>
                    <a:pt x="822" y="2200"/>
                  </a:lnTo>
                  <a:lnTo>
                    <a:pt x="842" y="2216"/>
                  </a:lnTo>
                  <a:lnTo>
                    <a:pt x="856" y="2234"/>
                  </a:lnTo>
                  <a:lnTo>
                    <a:pt x="868" y="2256"/>
                  </a:lnTo>
                  <a:lnTo>
                    <a:pt x="872" y="2266"/>
                  </a:lnTo>
                  <a:lnTo>
                    <a:pt x="876" y="2278"/>
                  </a:lnTo>
                  <a:lnTo>
                    <a:pt x="878" y="2292"/>
                  </a:lnTo>
                  <a:lnTo>
                    <a:pt x="878" y="2304"/>
                  </a:lnTo>
                  <a:lnTo>
                    <a:pt x="878" y="2304"/>
                  </a:lnTo>
                  <a:lnTo>
                    <a:pt x="878" y="2316"/>
                  </a:lnTo>
                  <a:lnTo>
                    <a:pt x="876" y="2330"/>
                  </a:lnTo>
                  <a:lnTo>
                    <a:pt x="872" y="2342"/>
                  </a:lnTo>
                  <a:lnTo>
                    <a:pt x="868" y="2352"/>
                  </a:lnTo>
                  <a:lnTo>
                    <a:pt x="856" y="2374"/>
                  </a:lnTo>
                  <a:lnTo>
                    <a:pt x="842" y="2392"/>
                  </a:lnTo>
                  <a:lnTo>
                    <a:pt x="822" y="2408"/>
                  </a:lnTo>
                  <a:lnTo>
                    <a:pt x="802" y="2420"/>
                  </a:lnTo>
                  <a:lnTo>
                    <a:pt x="790" y="2424"/>
                  </a:lnTo>
                  <a:lnTo>
                    <a:pt x="778" y="2428"/>
                  </a:lnTo>
                  <a:lnTo>
                    <a:pt x="766" y="2428"/>
                  </a:lnTo>
                  <a:lnTo>
                    <a:pt x="752" y="2430"/>
                  </a:lnTo>
                  <a:lnTo>
                    <a:pt x="752" y="2430"/>
                  </a:lnTo>
                  <a:close/>
                  <a:moveTo>
                    <a:pt x="1312" y="2066"/>
                  </a:moveTo>
                  <a:lnTo>
                    <a:pt x="194" y="2066"/>
                  </a:lnTo>
                  <a:lnTo>
                    <a:pt x="194" y="398"/>
                  </a:lnTo>
                  <a:lnTo>
                    <a:pt x="1312" y="398"/>
                  </a:lnTo>
                  <a:lnTo>
                    <a:pt x="1312" y="2066"/>
                  </a:lnTo>
                  <a:close/>
                </a:path>
              </a:pathLst>
            </a:custGeom>
            <a:solidFill>
              <a:srgbClr val="D04A02"/>
            </a:solidFill>
            <a:ln>
              <a:noFill/>
            </a:ln>
          </p:spPr>
          <p:txBody>
            <a:bodyPr spcFirstLastPara="1" wrap="square" lIns="134375" tIns="67150" rIns="134375" bIns="67150" anchor="t" anchorCtr="0">
              <a:noAutofit/>
            </a:bodyPr>
            <a:lstStyle/>
            <a:p>
              <a:pPr marL="0" marR="0" lvl="0" indent="0" algn="l" rtl="0">
                <a:lnSpc>
                  <a:spcPct val="100000"/>
                </a:lnSpc>
                <a:spcBef>
                  <a:spcPts val="0"/>
                </a:spcBef>
                <a:spcAft>
                  <a:spcPts val="0"/>
                </a:spcAft>
                <a:buClr>
                  <a:srgbClr val="000000"/>
                </a:buClr>
                <a:buSzPts val="2058"/>
                <a:buFont typeface="Arial"/>
                <a:buNone/>
              </a:pPr>
              <a:endParaRPr lang="es-CL" sz="2058" b="0" i="0" u="none" strike="noStrike" cap="none" noProof="0" dirty="0">
                <a:solidFill>
                  <a:srgbClr val="000000"/>
                </a:solidFill>
                <a:latin typeface="Arial"/>
                <a:ea typeface="Arial"/>
                <a:cs typeface="Arial"/>
                <a:sym typeface="Arial"/>
              </a:endParaRPr>
            </a:p>
          </p:txBody>
        </p:sp>
      </p:grpSp>
      <p:pic>
        <p:nvPicPr>
          <p:cNvPr id="384" name="Google Shape;384;g1e85a8a9a7d_0_0"/>
          <p:cNvPicPr preferRelativeResize="0"/>
          <p:nvPr/>
        </p:nvPicPr>
        <p:blipFill rotWithShape="1">
          <a:blip r:embed="rId3">
            <a:alphaModFix/>
          </a:blip>
          <a:srcRect l="48138" b="34115"/>
          <a:stretch/>
        </p:blipFill>
        <p:spPr>
          <a:xfrm rot="10800000">
            <a:off x="10660002" y="-9900"/>
            <a:ext cx="1539698" cy="409825"/>
          </a:xfrm>
          <a:prstGeom prst="rect">
            <a:avLst/>
          </a:prstGeom>
          <a:noFill/>
          <a:ln>
            <a:noFill/>
          </a:ln>
        </p:spPr>
      </p:pic>
      <p:sp>
        <p:nvSpPr>
          <p:cNvPr id="385" name="Google Shape;385;g1e85a8a9a7d_0_0"/>
          <p:cNvSpPr/>
          <p:nvPr/>
        </p:nvSpPr>
        <p:spPr>
          <a:xfrm>
            <a:off x="156600" y="1942250"/>
            <a:ext cx="3240000" cy="3807000"/>
          </a:xfrm>
          <a:prstGeom prst="roundRect">
            <a:avLst>
              <a:gd name="adj" fmla="val 1529"/>
            </a:avLst>
          </a:prstGeom>
          <a:solidFill>
            <a:srgbClr val="7D7D7D"/>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s-CL" sz="1000" b="1" i="0" u="none" strike="noStrike" cap="none" noProof="0" dirty="0">
                <a:solidFill>
                  <a:schemeClr val="lt1"/>
                </a:solidFill>
                <a:latin typeface="Arial"/>
                <a:ea typeface="Arial"/>
                <a:cs typeface="Arial"/>
                <a:sym typeface="Arial"/>
              </a:rPr>
              <a:t>Áreas de </a:t>
            </a:r>
            <a:r>
              <a:rPr lang="es-CL" sz="1000" b="1" noProof="0" dirty="0">
                <a:solidFill>
                  <a:schemeClr val="lt1"/>
                </a:solidFill>
              </a:rPr>
              <a:t>e</a:t>
            </a:r>
            <a:r>
              <a:rPr lang="es-CL" sz="1000" b="1" i="0" u="none" strike="noStrike" cap="none" noProof="0" dirty="0">
                <a:solidFill>
                  <a:schemeClr val="lt1"/>
                </a:solidFill>
                <a:latin typeface="Arial"/>
                <a:ea typeface="Arial"/>
                <a:cs typeface="Arial"/>
                <a:sym typeface="Arial"/>
              </a:rPr>
              <a:t>xperiencia</a:t>
            </a:r>
            <a:endParaRPr lang="es-CL" sz="900" b="0" i="0" u="none" strike="noStrike" cap="none" noProof="0" dirty="0">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lang="es-CL" sz="900" noProof="0" dirty="0">
              <a:solidFill>
                <a:srgbClr val="FFFFFF"/>
              </a:solidFill>
              <a:latin typeface="+mj-lt"/>
            </a:endParaRP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noProof="0" dirty="0">
                <a:solidFill>
                  <a:schemeClr val="bg1"/>
                </a:solidFill>
              </a:rPr>
              <a:t>Desarrollo </a:t>
            </a:r>
            <a:r>
              <a:rPr lang="es-CL" sz="900" noProof="0" dirty="0" err="1">
                <a:solidFill>
                  <a:schemeClr val="bg1"/>
                </a:solidFill>
              </a:rPr>
              <a:t>Backend</a:t>
            </a:r>
            <a:r>
              <a:rPr lang="es-CL" sz="900" noProof="0" dirty="0">
                <a:solidFill>
                  <a:schemeClr val="bg1"/>
                </a:solidFill>
              </a:rPr>
              <a:t> (Python, Ruby </a:t>
            </a:r>
            <a:r>
              <a:rPr lang="es-CL" sz="900" noProof="0" dirty="0" err="1">
                <a:solidFill>
                  <a:schemeClr val="bg1"/>
                </a:solidFill>
              </a:rPr>
              <a:t>on</a:t>
            </a:r>
            <a:r>
              <a:rPr lang="es-CL" sz="900" noProof="0" dirty="0">
                <a:solidFill>
                  <a:schemeClr val="bg1"/>
                </a:solidFill>
              </a:rPr>
              <a:t> </a:t>
            </a:r>
            <a:r>
              <a:rPr lang="es-CL" sz="900" noProof="0" dirty="0" err="1">
                <a:solidFill>
                  <a:schemeClr val="bg1"/>
                </a:solidFill>
              </a:rPr>
              <a:t>Rails</a:t>
            </a:r>
            <a:r>
              <a:rPr lang="es-CL" sz="900" noProof="0" dirty="0">
                <a:solidFill>
                  <a:schemeClr val="bg1"/>
                </a:solidFill>
              </a:rPr>
              <a:t>)</a:t>
            </a:r>
            <a:endParaRPr lang="es-CL" sz="900" noProof="0" dirty="0">
              <a:solidFill>
                <a:schemeClr val="bg1"/>
              </a:solidFill>
              <a:cs typeface="Arial"/>
            </a:endParaRP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noProof="0" dirty="0">
                <a:solidFill>
                  <a:schemeClr val="bg1"/>
                </a:solidFill>
              </a:rPr>
              <a:t>Automatización de procesos.</a:t>
            </a:r>
            <a:endParaRPr lang="es-CL" sz="900" noProof="0" dirty="0">
              <a:solidFill>
                <a:schemeClr val="bg1"/>
              </a:solidFill>
              <a:cs typeface="Arial"/>
            </a:endParaRP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noProof="0" dirty="0">
                <a:solidFill>
                  <a:schemeClr val="bg1"/>
                </a:solidFill>
              </a:rPr>
              <a:t>Análisis de datos (SQL, PostgreSQL, MySQL)</a:t>
            </a:r>
            <a:endParaRPr lang="es-CL" sz="900" noProof="0" dirty="0">
              <a:solidFill>
                <a:schemeClr val="bg1"/>
              </a:solidFill>
              <a:cs typeface="Arial"/>
            </a:endParaRP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noProof="0" dirty="0" err="1">
                <a:solidFill>
                  <a:schemeClr val="bg1"/>
                </a:solidFill>
              </a:rPr>
              <a:t>Scraping</a:t>
            </a:r>
            <a:r>
              <a:rPr lang="es-CL" sz="900" noProof="0" dirty="0">
                <a:solidFill>
                  <a:schemeClr val="bg1"/>
                </a:solidFill>
              </a:rPr>
              <a:t> de datos y optimización de sistemas</a:t>
            </a:r>
            <a:endParaRPr lang="es-CL" sz="900" noProof="0" dirty="0">
              <a:solidFill>
                <a:schemeClr val="bg1"/>
              </a:solidFill>
              <a:cs typeface="Arial"/>
            </a:endParaRP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noProof="0" dirty="0">
                <a:solidFill>
                  <a:schemeClr val="bg1"/>
                </a:solidFill>
              </a:rPr>
              <a:t>Desarrollo </a:t>
            </a:r>
            <a:r>
              <a:rPr lang="es-CL" sz="900" noProof="0" dirty="0" err="1">
                <a:solidFill>
                  <a:schemeClr val="bg1"/>
                </a:solidFill>
              </a:rPr>
              <a:t>Ágile</a:t>
            </a:r>
            <a:endParaRPr lang="es-CL" sz="900" b="0" i="0" u="none" strike="noStrike" baseline="0" noProof="0" dirty="0">
              <a:solidFill>
                <a:schemeClr val="bg1"/>
              </a:solidFill>
              <a:cs typeface="Arial"/>
            </a:endParaRPr>
          </a:p>
          <a:p>
            <a:pPr marL="0" marR="0" lvl="0" indent="0" algn="l" rtl="0">
              <a:lnSpc>
                <a:spcPct val="100000"/>
              </a:lnSpc>
              <a:spcBef>
                <a:spcPts val="0"/>
              </a:spcBef>
              <a:spcAft>
                <a:spcPts val="0"/>
              </a:spcAft>
              <a:buNone/>
            </a:pPr>
            <a:endParaRPr lang="es-CL" sz="900" b="1" i="0" u="none" strike="noStrike" cap="none" noProof="0" dirty="0">
              <a:solidFill>
                <a:schemeClr val="lt1"/>
              </a:solidFil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s-CL" sz="1000" b="1" i="0" u="none" strike="noStrike" cap="none" noProof="0" dirty="0">
                <a:solidFill>
                  <a:schemeClr val="lt1"/>
                </a:solidFill>
                <a:ea typeface="Arial"/>
                <a:cs typeface="Arial"/>
                <a:sym typeface="Arial"/>
              </a:rPr>
              <a:t>Educación y Calificaciones</a:t>
            </a:r>
            <a:endParaRPr lang="es-CL" sz="1000" b="1" i="0" u="none" strike="noStrike" cap="none" noProof="0" dirty="0">
              <a:solidFill>
                <a:schemeClr val="lt1"/>
              </a:solidFill>
              <a:ea typeface="Arial"/>
              <a:cs typeface="Arial"/>
            </a:endParaRPr>
          </a:p>
          <a:p>
            <a:pPr marL="0" marR="0" lvl="0" indent="0" algn="l" rtl="0">
              <a:lnSpc>
                <a:spcPct val="100000"/>
              </a:lnSpc>
              <a:spcBef>
                <a:spcPts val="0"/>
              </a:spcBef>
              <a:spcAft>
                <a:spcPts val="0"/>
              </a:spcAft>
              <a:buClr>
                <a:schemeClr val="dk1"/>
              </a:buClr>
              <a:buSzPts val="1100"/>
              <a:buFont typeface="Arial"/>
              <a:buNone/>
            </a:pPr>
            <a:endParaRPr lang="es-CL" sz="900" b="1" i="0" u="none" strike="noStrike" cap="none" noProof="0" dirty="0">
              <a:solidFill>
                <a:schemeClr val="lt1"/>
              </a:solidFill>
              <a:ea typeface="Arial"/>
              <a:cs typeface="Arial"/>
              <a:sym typeface="Arial"/>
            </a:endParaRPr>
          </a:p>
          <a:p>
            <a:pPr marL="171450" indent="-171450">
              <a:buClr>
                <a:schemeClr val="bg1"/>
              </a:buClr>
              <a:buFont typeface="Arial"/>
              <a:buChar char="•"/>
            </a:pPr>
            <a:r>
              <a:rPr lang="es-CL" sz="900" b="1" noProof="0" dirty="0">
                <a:solidFill>
                  <a:schemeClr val="bg1"/>
                </a:solidFill>
                <a:cs typeface="Arial"/>
              </a:rPr>
              <a:t>Ingeniería en Informática</a:t>
            </a:r>
            <a:r>
              <a:rPr lang="es-CL" sz="900" noProof="0" dirty="0">
                <a:solidFill>
                  <a:schemeClr val="bg1"/>
                </a:solidFill>
                <a:cs typeface="Arial"/>
              </a:rPr>
              <a:t>, Universidad Tecnológica Metropolitana, Santiago, Chile.</a:t>
            </a:r>
          </a:p>
          <a:p>
            <a:pPr marL="171450" indent="-171450">
              <a:buClr>
                <a:schemeClr val="bg1"/>
              </a:buClr>
              <a:buFont typeface="Arial"/>
              <a:buChar char="•"/>
            </a:pPr>
            <a:r>
              <a:rPr lang="es-CL" sz="900" b="1" noProof="0" dirty="0">
                <a:solidFill>
                  <a:schemeClr val="bg1"/>
                </a:solidFill>
                <a:cs typeface="Arial"/>
              </a:rPr>
              <a:t>Licenciado en Ciencias en Ingeniería</a:t>
            </a:r>
            <a:r>
              <a:rPr lang="es-CL" sz="900" noProof="0" dirty="0">
                <a:solidFill>
                  <a:schemeClr val="bg1"/>
                </a:solidFill>
                <a:cs typeface="Arial"/>
              </a:rPr>
              <a:t>, Universidad Tecnológica Metropolitana, Santiago, Chile.</a:t>
            </a:r>
          </a:p>
          <a:p>
            <a:pPr marL="171450" indent="-171450">
              <a:buClr>
                <a:schemeClr val="bg1"/>
              </a:buClr>
              <a:buFont typeface="Arial"/>
              <a:buChar char="•"/>
            </a:pPr>
            <a:r>
              <a:rPr lang="es-CL" sz="900" b="1" noProof="0" dirty="0">
                <a:solidFill>
                  <a:schemeClr val="bg1"/>
                </a:solidFill>
                <a:cs typeface="Arial"/>
              </a:rPr>
              <a:t>Oracle</a:t>
            </a:r>
            <a:r>
              <a:rPr lang="es-CL" sz="900" noProof="0" dirty="0">
                <a:solidFill>
                  <a:schemeClr val="bg1"/>
                </a:solidFill>
                <a:cs typeface="Arial"/>
              </a:rPr>
              <a:t> Cloud </a:t>
            </a:r>
            <a:r>
              <a:rPr lang="es-CL" sz="900" noProof="0" dirty="0" err="1">
                <a:solidFill>
                  <a:schemeClr val="bg1"/>
                </a:solidFill>
                <a:cs typeface="Arial"/>
              </a:rPr>
              <a:t>Infrastructure</a:t>
            </a:r>
            <a:r>
              <a:rPr lang="es-CL" sz="900" noProof="0" dirty="0">
                <a:solidFill>
                  <a:schemeClr val="bg1"/>
                </a:solidFill>
                <a:cs typeface="Arial"/>
              </a:rPr>
              <a:t> </a:t>
            </a:r>
            <a:r>
              <a:rPr lang="es-CL" sz="900" noProof="0" dirty="0" err="1">
                <a:solidFill>
                  <a:schemeClr val="bg1"/>
                </a:solidFill>
                <a:cs typeface="Arial"/>
              </a:rPr>
              <a:t>Certification</a:t>
            </a:r>
            <a:r>
              <a:rPr lang="es-CL" sz="900" noProof="0" dirty="0">
                <a:solidFill>
                  <a:schemeClr val="bg1"/>
                </a:solidFill>
                <a:cs typeface="Arial"/>
              </a:rPr>
              <a:t>.</a:t>
            </a:r>
          </a:p>
          <a:p>
            <a:pPr marL="171450" indent="-171450">
              <a:buClr>
                <a:schemeClr val="bg1"/>
              </a:buClr>
              <a:buFont typeface="Arial"/>
              <a:buChar char="•"/>
            </a:pPr>
            <a:r>
              <a:rPr lang="es-CL" sz="900" b="1" noProof="0" dirty="0">
                <a:solidFill>
                  <a:schemeClr val="bg1"/>
                </a:solidFill>
                <a:latin typeface="+mn-lt"/>
                <a:cs typeface="Arial"/>
              </a:rPr>
              <a:t>Oracle</a:t>
            </a:r>
            <a:r>
              <a:rPr lang="es-CL" sz="900" noProof="0" dirty="0">
                <a:solidFill>
                  <a:schemeClr val="bg1"/>
                </a:solidFill>
                <a:latin typeface="+mn-lt"/>
                <a:cs typeface="Arial"/>
              </a:rPr>
              <a:t> Cloud </a:t>
            </a:r>
            <a:r>
              <a:rPr lang="es-CL" sz="900" noProof="0" dirty="0" err="1">
                <a:solidFill>
                  <a:schemeClr val="bg1"/>
                </a:solidFill>
                <a:latin typeface="+mn-lt"/>
                <a:cs typeface="Arial"/>
              </a:rPr>
              <a:t>Infrastructure</a:t>
            </a:r>
            <a:r>
              <a:rPr lang="es-CL" sz="900" noProof="0" dirty="0">
                <a:solidFill>
                  <a:schemeClr val="bg1"/>
                </a:solidFill>
                <a:latin typeface="+mn-lt"/>
                <a:cs typeface="Arial"/>
              </a:rPr>
              <a:t> AI </a:t>
            </a:r>
            <a:r>
              <a:rPr lang="es-CL" sz="900" noProof="0" dirty="0" err="1">
                <a:solidFill>
                  <a:schemeClr val="bg1"/>
                </a:solidFill>
                <a:latin typeface="+mn-lt"/>
                <a:cs typeface="Arial"/>
              </a:rPr>
              <a:t>Certification</a:t>
            </a:r>
            <a:r>
              <a:rPr lang="es-CL" sz="900" noProof="0" dirty="0">
                <a:solidFill>
                  <a:schemeClr val="bg1"/>
                </a:solidFill>
                <a:latin typeface="+mn-lt"/>
                <a:cs typeface="Arial"/>
              </a:rPr>
              <a:t>. </a:t>
            </a:r>
            <a:endParaRPr lang="es-CL" noProof="0" dirty="0">
              <a:solidFill>
                <a:schemeClr val="bg1"/>
              </a:solidFill>
              <a:latin typeface="+mn-lt"/>
              <a:cs typeface="Arial"/>
            </a:endParaRPr>
          </a:p>
          <a:p>
            <a:pPr marL="171450" indent="-171450">
              <a:buClr>
                <a:schemeClr val="bg1"/>
              </a:buClr>
              <a:buFont typeface="Arial"/>
              <a:buChar char="•"/>
            </a:pPr>
            <a:r>
              <a:rPr lang="es-CL" sz="900" b="1" noProof="0" dirty="0">
                <a:solidFill>
                  <a:schemeClr val="bg1"/>
                </a:solidFill>
                <a:latin typeface="+mn-lt"/>
                <a:cs typeface="Arial"/>
              </a:rPr>
              <a:t>Oracle</a:t>
            </a:r>
            <a:r>
              <a:rPr lang="es-CL" sz="900" noProof="0" dirty="0">
                <a:solidFill>
                  <a:schemeClr val="bg1"/>
                </a:solidFill>
                <a:latin typeface="+mn-lt"/>
                <a:cs typeface="Arial"/>
              </a:rPr>
              <a:t> Project Management </a:t>
            </a:r>
            <a:r>
              <a:rPr lang="es-CL" sz="900" noProof="0" dirty="0" err="1">
                <a:solidFill>
                  <a:schemeClr val="bg1"/>
                </a:solidFill>
                <a:latin typeface="+mn-lt"/>
                <a:cs typeface="Arial"/>
              </a:rPr>
              <a:t>Foundations</a:t>
            </a:r>
            <a:r>
              <a:rPr lang="es-CL" sz="900" noProof="0" dirty="0">
                <a:solidFill>
                  <a:schemeClr val="bg1"/>
                </a:solidFill>
                <a:latin typeface="+mn-lt"/>
                <a:cs typeface="Arial"/>
              </a:rPr>
              <a:t>.</a:t>
            </a:r>
          </a:p>
          <a:p>
            <a:pPr marL="171450" indent="-171450">
              <a:buClr>
                <a:schemeClr val="bg1"/>
              </a:buClr>
              <a:buFont typeface="Arial"/>
              <a:buChar char="•"/>
            </a:pPr>
            <a:r>
              <a:rPr lang="es-CL" sz="900" b="1" noProof="0" dirty="0">
                <a:solidFill>
                  <a:schemeClr val="bg1"/>
                </a:solidFill>
                <a:latin typeface="+mn-lt"/>
                <a:cs typeface="Arial"/>
              </a:rPr>
              <a:t>Oracle</a:t>
            </a:r>
            <a:r>
              <a:rPr lang="es-CL" sz="900" noProof="0" dirty="0">
                <a:solidFill>
                  <a:schemeClr val="bg1"/>
                </a:solidFill>
                <a:latin typeface="+mn-lt"/>
                <a:cs typeface="Arial"/>
              </a:rPr>
              <a:t> Data </a:t>
            </a:r>
            <a:r>
              <a:rPr lang="es-CL" sz="900" noProof="0" dirty="0" err="1">
                <a:solidFill>
                  <a:schemeClr val="bg1"/>
                </a:solidFill>
                <a:latin typeface="+mn-lt"/>
                <a:cs typeface="Arial"/>
              </a:rPr>
              <a:t>Platform</a:t>
            </a:r>
            <a:r>
              <a:rPr lang="es-CL" sz="900" noProof="0" dirty="0">
                <a:solidFill>
                  <a:schemeClr val="bg1"/>
                </a:solidFill>
                <a:latin typeface="+mn-lt"/>
                <a:cs typeface="Arial"/>
              </a:rPr>
              <a:t> </a:t>
            </a:r>
            <a:r>
              <a:rPr lang="es-CL" sz="900" noProof="0" dirty="0" err="1">
                <a:solidFill>
                  <a:schemeClr val="bg1"/>
                </a:solidFill>
                <a:latin typeface="+mn-lt"/>
                <a:cs typeface="Arial"/>
              </a:rPr>
              <a:t>Foundations</a:t>
            </a:r>
            <a:r>
              <a:rPr lang="es-CL" sz="900" noProof="0" dirty="0">
                <a:solidFill>
                  <a:schemeClr val="bg1"/>
                </a:solidFill>
                <a:latin typeface="+mn-lt"/>
                <a:cs typeface="Arial"/>
              </a:rPr>
              <a:t>.</a:t>
            </a:r>
            <a:endParaRPr lang="es-CL" noProof="0" dirty="0">
              <a:solidFill>
                <a:schemeClr val="bg1"/>
              </a:solidFill>
              <a:latin typeface="+mn-lt"/>
              <a:cs typeface="Arial"/>
            </a:endParaRPr>
          </a:p>
          <a:p>
            <a:pPr>
              <a:buClr>
                <a:srgbClr val="000000"/>
              </a:buClr>
              <a:buSzPts val="1100"/>
              <a:buFont typeface="Arial"/>
            </a:pPr>
            <a:endParaRPr lang="es-CL" sz="900" b="1" noProof="0" dirty="0">
              <a:solidFill>
                <a:schemeClr val="bg1"/>
              </a:solidFill>
              <a:cs typeface="Arial"/>
            </a:endParaRPr>
          </a:p>
          <a:p>
            <a:pPr>
              <a:buClr>
                <a:schemeClr val="dk1"/>
              </a:buClr>
              <a:buSzPts val="1100"/>
            </a:pPr>
            <a:r>
              <a:rPr lang="es-CL" sz="1000" b="1" noProof="0" dirty="0" err="1">
                <a:solidFill>
                  <a:schemeClr val="lt1"/>
                </a:solidFill>
              </a:rPr>
              <a:t>Other</a:t>
            </a:r>
            <a:r>
              <a:rPr lang="es-CL" sz="1000" b="1" noProof="0" dirty="0">
                <a:solidFill>
                  <a:schemeClr val="lt1"/>
                </a:solidFill>
              </a:rPr>
              <a:t> </a:t>
            </a:r>
            <a:r>
              <a:rPr lang="es-CL" sz="1000" b="1" noProof="0" dirty="0" err="1">
                <a:solidFill>
                  <a:schemeClr val="lt1"/>
                </a:solidFill>
              </a:rPr>
              <a:t>Skills</a:t>
            </a:r>
            <a:r>
              <a:rPr lang="es-CL" sz="1000" b="1" noProof="0" dirty="0">
                <a:solidFill>
                  <a:schemeClr val="lt1"/>
                </a:solidFill>
              </a:rPr>
              <a:t> (</a:t>
            </a:r>
            <a:r>
              <a:rPr lang="es-CL" sz="1000" b="1" noProof="0" dirty="0" err="1">
                <a:solidFill>
                  <a:schemeClr val="lt1"/>
                </a:solidFill>
              </a:rPr>
              <a:t>Languages</a:t>
            </a:r>
            <a:r>
              <a:rPr lang="es-CL" sz="1000" b="1" noProof="0" dirty="0">
                <a:solidFill>
                  <a:schemeClr val="lt1"/>
                </a:solidFill>
              </a:rPr>
              <a:t> / </a:t>
            </a:r>
            <a:r>
              <a:rPr lang="es-CL" sz="1000" b="1" noProof="0" dirty="0" err="1">
                <a:solidFill>
                  <a:schemeClr val="lt1"/>
                </a:solidFill>
              </a:rPr>
              <a:t>Systems</a:t>
            </a:r>
            <a:r>
              <a:rPr lang="es-CL" sz="1000" b="1" noProof="0" dirty="0">
                <a:solidFill>
                  <a:schemeClr val="lt1"/>
                </a:solidFill>
              </a:rPr>
              <a:t> / </a:t>
            </a:r>
            <a:r>
              <a:rPr lang="es-CL" sz="1000" b="1" noProof="0" dirty="0" err="1">
                <a:solidFill>
                  <a:schemeClr val="lt1"/>
                </a:solidFill>
              </a:rPr>
              <a:t>Others</a:t>
            </a:r>
            <a:r>
              <a:rPr lang="es-CL" sz="1000" b="1" noProof="0" dirty="0">
                <a:solidFill>
                  <a:schemeClr val="lt1"/>
                </a:solidFill>
              </a:rPr>
              <a:t>)</a:t>
            </a:r>
          </a:p>
          <a:p>
            <a:pPr>
              <a:buClr>
                <a:schemeClr val="dk1"/>
              </a:buClr>
              <a:buSzPts val="1100"/>
            </a:pPr>
            <a:r>
              <a:rPr lang="es-CL" sz="900" b="1" noProof="0" dirty="0">
                <a:solidFill>
                  <a:schemeClr val="bg1"/>
                </a:solidFill>
              </a:rPr>
              <a:t>Idiomas:</a:t>
            </a:r>
            <a:r>
              <a:rPr lang="es-CL" sz="900" noProof="0" dirty="0">
                <a:solidFill>
                  <a:schemeClr val="bg1"/>
                </a:solidFill>
              </a:rPr>
              <a:t> Español (nativo), Inglés (intermedio).</a:t>
            </a:r>
            <a:br>
              <a:rPr lang="es-CL" sz="900" noProof="0" dirty="0"/>
            </a:br>
            <a:r>
              <a:rPr lang="es-CL" sz="900" b="1" noProof="0" dirty="0">
                <a:solidFill>
                  <a:schemeClr val="bg1"/>
                </a:solidFill>
              </a:rPr>
              <a:t>Herramientas y Tecnologías:</a:t>
            </a:r>
            <a:r>
              <a:rPr lang="es-CL" sz="900" noProof="0" dirty="0">
                <a:solidFill>
                  <a:schemeClr val="bg1"/>
                </a:solidFill>
              </a:rPr>
              <a:t> </a:t>
            </a:r>
            <a:r>
              <a:rPr lang="es-CL" sz="900" noProof="0" dirty="0" err="1">
                <a:solidFill>
                  <a:schemeClr val="bg1"/>
                </a:solidFill>
              </a:rPr>
              <a:t>Heroku</a:t>
            </a:r>
            <a:r>
              <a:rPr lang="es-CL" sz="900" noProof="0" dirty="0">
                <a:solidFill>
                  <a:schemeClr val="bg1"/>
                </a:solidFill>
              </a:rPr>
              <a:t>, </a:t>
            </a:r>
            <a:r>
              <a:rPr lang="es-CL" sz="900" noProof="0" dirty="0" err="1">
                <a:solidFill>
                  <a:schemeClr val="bg1"/>
                </a:solidFill>
              </a:rPr>
              <a:t>Streamlit</a:t>
            </a:r>
            <a:r>
              <a:rPr lang="es-CL" sz="900" noProof="0" dirty="0">
                <a:solidFill>
                  <a:schemeClr val="bg1"/>
                </a:solidFill>
              </a:rPr>
              <a:t>, </a:t>
            </a:r>
            <a:r>
              <a:rPr lang="es-CL" sz="900" noProof="0" dirty="0" err="1">
                <a:solidFill>
                  <a:schemeClr val="bg1"/>
                </a:solidFill>
              </a:rPr>
              <a:t>Selenium</a:t>
            </a:r>
            <a:r>
              <a:rPr lang="es-CL" sz="900" noProof="0" dirty="0">
                <a:solidFill>
                  <a:schemeClr val="bg1"/>
                </a:solidFill>
              </a:rPr>
              <a:t>, Git, PostgreSQL, MySQL, </a:t>
            </a:r>
            <a:r>
              <a:rPr lang="es-CL" sz="900" noProof="0" dirty="0" err="1">
                <a:solidFill>
                  <a:schemeClr val="bg1"/>
                </a:solidFill>
              </a:rPr>
              <a:t>PopSQL</a:t>
            </a:r>
            <a:r>
              <a:rPr lang="es-CL" sz="900" noProof="0" dirty="0">
                <a:solidFill>
                  <a:schemeClr val="bg1"/>
                </a:solidFill>
              </a:rPr>
              <a:t>.</a:t>
            </a:r>
            <a:br>
              <a:rPr lang="es-CL" sz="900" noProof="0" dirty="0"/>
            </a:br>
            <a:r>
              <a:rPr lang="es-CL" sz="900" b="1" noProof="0" dirty="0">
                <a:solidFill>
                  <a:schemeClr val="bg1"/>
                </a:solidFill>
              </a:rPr>
              <a:t>Metodologías y Otros:</a:t>
            </a:r>
            <a:r>
              <a:rPr lang="es-CL" sz="900" noProof="0" dirty="0">
                <a:solidFill>
                  <a:schemeClr val="bg1"/>
                </a:solidFill>
              </a:rPr>
              <a:t> Desarrollo Ágil, Automatización de procesos.</a:t>
            </a:r>
            <a:endParaRPr lang="es-CL" sz="1100" noProof="0" dirty="0">
              <a:solidFill>
                <a:schemeClr val="bg1"/>
              </a:solidFill>
              <a:cs typeface="Arial"/>
            </a:endParaRPr>
          </a:p>
        </p:txBody>
      </p:sp>
      <p:sp>
        <p:nvSpPr>
          <p:cNvPr id="386" name="Google Shape;386;g1e85a8a9a7d_0_0"/>
          <p:cNvSpPr/>
          <p:nvPr/>
        </p:nvSpPr>
        <p:spPr>
          <a:xfrm>
            <a:off x="3782175" y="2203707"/>
            <a:ext cx="4002600" cy="3571500"/>
          </a:xfrm>
          <a:prstGeom prst="rect">
            <a:avLst/>
          </a:prstGeom>
          <a:noFill/>
          <a:ln>
            <a:noFill/>
          </a:ln>
        </p:spPr>
        <p:txBody>
          <a:bodyPr spcFirstLastPara="1" wrap="square" lIns="36000" tIns="36000" rIns="36000" bIns="36000" anchor="t" anchorCtr="0">
            <a:noAutofit/>
          </a:bodyPr>
          <a:lstStyle/>
          <a:p>
            <a:pPr marL="35560" marR="35560" lvl="0" indent="0" algn="just" rtl="0">
              <a:lnSpc>
                <a:spcPct val="100000"/>
              </a:lnSpc>
              <a:spcBef>
                <a:spcPts val="600"/>
              </a:spcBef>
              <a:spcAft>
                <a:spcPts val="0"/>
              </a:spcAft>
              <a:buClr>
                <a:srgbClr val="000000"/>
              </a:buClr>
              <a:buSzPts val="1067"/>
              <a:buFont typeface="Arial"/>
              <a:buNone/>
            </a:pPr>
            <a:r>
              <a:rPr lang="es-CL" sz="1000" b="1" i="0" u="none" strike="noStrike" cap="none" noProof="0" dirty="0">
                <a:solidFill>
                  <a:srgbClr val="D04A02"/>
                </a:solidFill>
                <a:latin typeface="Arial"/>
                <a:ea typeface="Arial"/>
                <a:cs typeface="Arial"/>
                <a:sym typeface="Arial"/>
              </a:rPr>
              <a:t>Experiencia Relevante</a:t>
            </a:r>
            <a:endParaRPr lang="es-CL" sz="1000" b="1" i="0" u="none" strike="noStrike" cap="none" noProof="0" dirty="0">
              <a:solidFill>
                <a:srgbClr val="D04A02"/>
              </a:solidFill>
              <a:latin typeface="Arial"/>
              <a:ea typeface="Arial"/>
              <a:cs typeface="Arial"/>
            </a:endParaRPr>
          </a:p>
          <a:p>
            <a:pPr algn="just"/>
            <a:endParaRPr lang="es-CL" sz="900" b="1" noProof="0" dirty="0">
              <a:solidFill>
                <a:srgbClr val="000000"/>
              </a:solidFill>
              <a:highlight>
                <a:srgbClr val="FFFFFF"/>
              </a:highlight>
              <a:cs typeface="Arial"/>
            </a:endParaRPr>
          </a:p>
          <a:p>
            <a:pPr algn="just"/>
            <a:r>
              <a:rPr lang="es-CL" sz="900" b="1" noProof="0" dirty="0">
                <a:solidFill>
                  <a:srgbClr val="000000"/>
                </a:solidFill>
                <a:highlight>
                  <a:srgbClr val="FFFFFF"/>
                </a:highlight>
                <a:cs typeface="Arial"/>
              </a:rPr>
              <a:t>Analista en Digital </a:t>
            </a:r>
            <a:r>
              <a:rPr lang="es-CL" sz="900" b="1" noProof="0" dirty="0" err="1">
                <a:solidFill>
                  <a:srgbClr val="000000"/>
                </a:solidFill>
                <a:highlight>
                  <a:srgbClr val="FFFFFF"/>
                </a:highlight>
                <a:cs typeface="Arial"/>
              </a:rPr>
              <a:t>Ecosystem</a:t>
            </a:r>
            <a:r>
              <a:rPr lang="es-CL" sz="900" b="1" noProof="0" dirty="0">
                <a:solidFill>
                  <a:srgbClr val="000000"/>
                </a:solidFill>
                <a:highlight>
                  <a:srgbClr val="FFFFFF"/>
                </a:highlight>
                <a:cs typeface="Arial"/>
              </a:rPr>
              <a:t> </a:t>
            </a:r>
            <a:r>
              <a:rPr lang="es-CL" sz="900" b="1" noProof="0" dirty="0" err="1">
                <a:solidFill>
                  <a:srgbClr val="000000"/>
                </a:solidFill>
                <a:highlight>
                  <a:srgbClr val="FFFFFF"/>
                </a:highlight>
                <a:cs typeface="Arial"/>
              </a:rPr>
              <a:t>Integration</a:t>
            </a:r>
            <a:r>
              <a:rPr lang="es-CL" sz="900" b="1" noProof="0" dirty="0">
                <a:solidFill>
                  <a:srgbClr val="000000"/>
                </a:solidFill>
                <a:highlight>
                  <a:srgbClr val="FFFFFF"/>
                </a:highlight>
                <a:cs typeface="Arial"/>
              </a:rPr>
              <a:t>  | PwC </a:t>
            </a:r>
            <a:endParaRPr lang="es-CL" sz="900" noProof="0" dirty="0">
              <a:solidFill>
                <a:srgbClr val="000000"/>
              </a:solidFill>
              <a:cs typeface="Arial"/>
            </a:endParaRPr>
          </a:p>
          <a:p>
            <a:pPr algn="just"/>
            <a:r>
              <a:rPr lang="es-CL" sz="900" noProof="0" dirty="0">
                <a:solidFill>
                  <a:srgbClr val="000000"/>
                </a:solidFill>
                <a:highlight>
                  <a:srgbClr val="FFFFFF"/>
                </a:highlight>
                <a:cs typeface="Arial"/>
              </a:rPr>
              <a:t>Santiago, Chile | 03.2025 – Actualidad</a:t>
            </a:r>
            <a:endParaRPr lang="es-CL" noProof="0" dirty="0"/>
          </a:p>
          <a:p>
            <a:pPr marL="171450" indent="-171450">
              <a:buFont typeface="Arial"/>
              <a:buChar char="•"/>
            </a:pPr>
            <a:r>
              <a:rPr lang="es-CL" sz="900" noProof="0" dirty="0">
                <a:solidFill>
                  <a:srgbClr val="000000"/>
                </a:solidFill>
                <a:highlight>
                  <a:srgbClr val="FFFFFF"/>
                </a:highlight>
                <a:ea typeface="+mn-lt"/>
                <a:cs typeface="+mn-lt"/>
              </a:rPr>
              <a:t>Participé en el desarrollo de soluciones </a:t>
            </a:r>
            <a:r>
              <a:rPr lang="es-CL" sz="900" noProof="0" dirty="0" err="1">
                <a:solidFill>
                  <a:srgbClr val="000000"/>
                </a:solidFill>
                <a:highlight>
                  <a:srgbClr val="FFFFFF"/>
                </a:highlight>
                <a:ea typeface="+mn-lt"/>
                <a:cs typeface="+mn-lt"/>
              </a:rPr>
              <a:t>agentic</a:t>
            </a:r>
            <a:r>
              <a:rPr lang="es-CL" sz="900" noProof="0" dirty="0">
                <a:solidFill>
                  <a:srgbClr val="000000"/>
                </a:solidFill>
                <a:highlight>
                  <a:srgbClr val="FFFFFF"/>
                </a:highlight>
                <a:ea typeface="+mn-lt"/>
                <a:cs typeface="+mn-lt"/>
              </a:rPr>
              <a:t> basadas en IA, enfocadas en </a:t>
            </a:r>
            <a:r>
              <a:rPr lang="es-CL" sz="900" noProof="0" dirty="0" err="1">
                <a:solidFill>
                  <a:srgbClr val="000000"/>
                </a:solidFill>
                <a:highlight>
                  <a:srgbClr val="FFFFFF"/>
                </a:highlight>
                <a:ea typeface="+mn-lt"/>
                <a:cs typeface="+mn-lt"/>
              </a:rPr>
              <a:t>FinOps</a:t>
            </a:r>
            <a:r>
              <a:rPr lang="es-CL" sz="900" noProof="0" dirty="0">
                <a:solidFill>
                  <a:srgbClr val="000000"/>
                </a:solidFill>
                <a:highlight>
                  <a:srgbClr val="FFFFFF"/>
                </a:highlight>
                <a:ea typeface="+mn-lt"/>
                <a:cs typeface="+mn-lt"/>
              </a:rPr>
              <a:t>, análisis de vulnerabilidades en código y repositorios GitHub, y modernización de aplicaciones, incluyendo conversiones de lógica desde lenguajes </a:t>
            </a:r>
            <a:r>
              <a:rPr lang="es-CL" sz="900" noProof="0" dirty="0" err="1">
                <a:solidFill>
                  <a:srgbClr val="000000"/>
                </a:solidFill>
                <a:highlight>
                  <a:srgbClr val="FFFFFF"/>
                </a:highlight>
                <a:ea typeface="+mn-lt"/>
                <a:cs typeface="+mn-lt"/>
              </a:rPr>
              <a:t>legacy</a:t>
            </a:r>
            <a:r>
              <a:rPr lang="es-CL" sz="900" noProof="0" dirty="0">
                <a:solidFill>
                  <a:srgbClr val="000000"/>
                </a:solidFill>
                <a:highlight>
                  <a:srgbClr val="FFFFFF"/>
                </a:highlight>
                <a:ea typeface="+mn-lt"/>
                <a:cs typeface="+mn-lt"/>
              </a:rPr>
              <a:t> hacia Java (por ejemplo, COBOL).</a:t>
            </a:r>
          </a:p>
          <a:p>
            <a:pPr marL="171450" indent="-171450">
              <a:buFont typeface="Arial"/>
              <a:buChar char="•"/>
            </a:pPr>
            <a:r>
              <a:rPr lang="es-CL" sz="900" noProof="0" dirty="0">
                <a:solidFill>
                  <a:srgbClr val="000000"/>
                </a:solidFill>
                <a:highlight>
                  <a:srgbClr val="FFFFFF"/>
                </a:highlight>
                <a:ea typeface="+mn-lt"/>
                <a:cs typeface="+mn-lt"/>
              </a:rPr>
              <a:t>Desarrollé una solución de automatización de informes corporativos utilizando NLP y RAG en Python, integrando web </a:t>
            </a:r>
            <a:r>
              <a:rPr lang="es-CL" sz="900" noProof="0" dirty="0" err="1">
                <a:solidFill>
                  <a:srgbClr val="000000"/>
                </a:solidFill>
                <a:highlight>
                  <a:srgbClr val="FFFFFF"/>
                </a:highlight>
                <a:ea typeface="+mn-lt"/>
                <a:cs typeface="+mn-lt"/>
              </a:rPr>
              <a:t>scraping</a:t>
            </a:r>
            <a:r>
              <a:rPr lang="es-CL" sz="900" noProof="0" dirty="0">
                <a:solidFill>
                  <a:srgbClr val="000000"/>
                </a:solidFill>
                <a:highlight>
                  <a:srgbClr val="FFFFFF"/>
                </a:highlight>
                <a:ea typeface="+mn-lt"/>
                <a:cs typeface="+mn-lt"/>
              </a:rPr>
              <a:t> automatizado y procesamiento documental, reduciendo en un 60% el tiempo de análisis.</a:t>
            </a:r>
          </a:p>
          <a:p>
            <a:pPr marL="171450" indent="-171450">
              <a:buFont typeface="Arial"/>
              <a:buChar char="•"/>
            </a:pPr>
            <a:r>
              <a:rPr lang="es-CL" sz="900" noProof="0" dirty="0">
                <a:solidFill>
                  <a:srgbClr val="000000"/>
                </a:solidFill>
                <a:highlight>
                  <a:srgbClr val="FFFFFF"/>
                </a:highlight>
                <a:ea typeface="+mn-lt"/>
                <a:cs typeface="+mn-lt"/>
              </a:rPr>
              <a:t>Colaboré en un proyecto PMO de transformación </a:t>
            </a:r>
            <a:r>
              <a:rPr lang="es-CL" sz="900" noProof="0" dirty="0" err="1">
                <a:solidFill>
                  <a:srgbClr val="000000"/>
                </a:solidFill>
                <a:highlight>
                  <a:srgbClr val="FFFFFF"/>
                </a:highlight>
                <a:ea typeface="+mn-lt"/>
                <a:cs typeface="+mn-lt"/>
              </a:rPr>
              <a:t>cloud</a:t>
            </a:r>
            <a:r>
              <a:rPr lang="es-CL" sz="900" noProof="0" dirty="0">
                <a:solidFill>
                  <a:srgbClr val="000000"/>
                </a:solidFill>
                <a:highlight>
                  <a:srgbClr val="FFFFFF"/>
                </a:highlight>
                <a:ea typeface="+mn-lt"/>
                <a:cs typeface="+mn-lt"/>
              </a:rPr>
              <a:t> para un </a:t>
            </a:r>
            <a:r>
              <a:rPr lang="es-CL" sz="900" noProof="0" dirty="0" err="1">
                <a:solidFill>
                  <a:srgbClr val="000000"/>
                </a:solidFill>
                <a:highlight>
                  <a:srgbClr val="FFFFFF"/>
                </a:highlight>
                <a:ea typeface="+mn-lt"/>
                <a:cs typeface="+mn-lt"/>
              </a:rPr>
              <a:t>retailer</a:t>
            </a:r>
            <a:r>
              <a:rPr lang="es-CL" sz="900" noProof="0" dirty="0">
                <a:solidFill>
                  <a:srgbClr val="000000"/>
                </a:solidFill>
                <a:highlight>
                  <a:srgbClr val="FFFFFF"/>
                </a:highlight>
                <a:ea typeface="+mn-lt"/>
                <a:cs typeface="+mn-lt"/>
              </a:rPr>
              <a:t> global, coordinando equipos multiculturales en India, Polonia, Estados Unidos y Chile, enfocado en la modernización de aplicaciones </a:t>
            </a:r>
            <a:r>
              <a:rPr lang="es-CL" sz="900" noProof="0" dirty="0" err="1">
                <a:solidFill>
                  <a:srgbClr val="000000"/>
                </a:solidFill>
                <a:highlight>
                  <a:srgbClr val="FFFFFF"/>
                </a:highlight>
                <a:ea typeface="+mn-lt"/>
                <a:cs typeface="+mn-lt"/>
              </a:rPr>
              <a:t>legacy</a:t>
            </a:r>
            <a:r>
              <a:rPr lang="es-CL" sz="900" noProof="0" dirty="0">
                <a:solidFill>
                  <a:srgbClr val="000000"/>
                </a:solidFill>
                <a:highlight>
                  <a:srgbClr val="FFFFFF"/>
                </a:highlight>
                <a:ea typeface="+mn-lt"/>
                <a:cs typeface="+mn-lt"/>
              </a:rPr>
              <a:t> y su migración a la nube para las operaciones en México, Centroamérica y Chile, asegurando alineación operativa y cumplimiento de hitos del proyecto.</a:t>
            </a:r>
            <a:endParaRPr lang="es-CL" sz="900" noProof="0" dirty="0">
              <a:solidFill>
                <a:srgbClr val="000000"/>
              </a:solidFill>
              <a:highlight>
                <a:srgbClr val="FFFFFF"/>
              </a:highlight>
              <a:cs typeface="Arial"/>
            </a:endParaRPr>
          </a:p>
          <a:p>
            <a:pPr algn="l"/>
            <a:endParaRPr lang="es-CL" sz="900" b="1" i="0" u="none" strike="noStrike" noProof="0" dirty="0">
              <a:solidFill>
                <a:srgbClr val="000000"/>
              </a:solidFill>
              <a:effectLst/>
            </a:endParaRPr>
          </a:p>
          <a:p>
            <a:pPr algn="l"/>
            <a:r>
              <a:rPr lang="es-CL" sz="900" b="1" i="0" u="none" strike="noStrike" noProof="0" dirty="0">
                <a:solidFill>
                  <a:srgbClr val="000000"/>
                </a:solidFill>
                <a:effectLst/>
              </a:rPr>
              <a:t>Desarrollador Software | Freelance</a:t>
            </a:r>
            <a:br>
              <a:rPr lang="es-CL" sz="900" b="0" i="0" u="none" strike="noStrike" noProof="0" dirty="0">
                <a:effectLst/>
              </a:rPr>
            </a:br>
            <a:r>
              <a:rPr lang="es-CL" sz="900" b="0" i="0" u="none" strike="noStrike" noProof="0" dirty="0">
                <a:solidFill>
                  <a:srgbClr val="000000"/>
                </a:solidFill>
                <a:effectLst/>
              </a:rPr>
              <a:t>Santiago, Chile | 08.2021 – 08.2024</a:t>
            </a:r>
            <a:endParaRPr lang="es-CL" sz="900" b="0" i="0" u="none" strike="noStrike" noProof="0" dirty="0">
              <a:solidFill>
                <a:srgbClr val="000000"/>
              </a:solidFill>
              <a:effectLst/>
              <a:cs typeface="Arial"/>
            </a:endParaRPr>
          </a:p>
          <a:p>
            <a:pPr marL="171450" indent="-171450" algn="l">
              <a:buFont typeface="Arial"/>
              <a:buChar char="•"/>
            </a:pPr>
            <a:r>
              <a:rPr lang="es-CL" sz="900" b="0" i="0" u="none" strike="noStrike" noProof="0" dirty="0">
                <a:solidFill>
                  <a:srgbClr val="000000"/>
                </a:solidFill>
                <a:effectLst/>
              </a:rPr>
              <a:t>Desarrollo de </a:t>
            </a:r>
            <a:r>
              <a:rPr lang="es-CL" sz="900" b="0" i="0" u="none" strike="noStrike" noProof="0" dirty="0" err="1">
                <a:solidFill>
                  <a:srgbClr val="000000"/>
                </a:solidFill>
                <a:effectLst/>
              </a:rPr>
              <a:t>scrapers</a:t>
            </a:r>
            <a:r>
              <a:rPr lang="es-CL" sz="900" b="0" i="0" u="none" strike="noStrike" noProof="0" dirty="0">
                <a:solidFill>
                  <a:srgbClr val="000000"/>
                </a:solidFill>
                <a:effectLst/>
              </a:rPr>
              <a:t> en Python utilizando </a:t>
            </a:r>
            <a:r>
              <a:rPr lang="es-CL" sz="900" b="0" i="0" u="none" strike="noStrike" noProof="0" dirty="0" err="1">
                <a:solidFill>
                  <a:srgbClr val="000000"/>
                </a:solidFill>
                <a:effectLst/>
              </a:rPr>
              <a:t>Selenium</a:t>
            </a:r>
            <a:r>
              <a:rPr lang="es-CL" sz="900" b="0" i="0" u="none" strike="noStrike" noProof="0" dirty="0">
                <a:solidFill>
                  <a:srgbClr val="000000"/>
                </a:solidFill>
                <a:effectLst/>
              </a:rPr>
              <a:t> para la extracción automatizada de datos, mejorando la eficiencia en un 50%.</a:t>
            </a:r>
            <a:endParaRPr lang="es-CL" sz="900" b="0" i="0" u="none" strike="noStrike" noProof="0" dirty="0">
              <a:solidFill>
                <a:srgbClr val="000000"/>
              </a:solidFill>
              <a:effectLst/>
              <a:cs typeface="Arial"/>
            </a:endParaRPr>
          </a:p>
          <a:p>
            <a:pPr marL="171450" indent="-171450" algn="l">
              <a:buFont typeface="Arial"/>
              <a:buChar char="•"/>
            </a:pPr>
            <a:r>
              <a:rPr lang="es-CL" sz="900" b="0" i="0" u="none" strike="noStrike" noProof="0" dirty="0">
                <a:solidFill>
                  <a:srgbClr val="000000"/>
                </a:solidFill>
                <a:effectLst/>
              </a:rPr>
              <a:t>Creación de un sistema de ranking de productos en Ruby </a:t>
            </a:r>
            <a:r>
              <a:rPr lang="es-CL" sz="900" b="0" i="0" u="none" strike="noStrike" noProof="0" dirty="0" err="1">
                <a:solidFill>
                  <a:srgbClr val="000000"/>
                </a:solidFill>
                <a:effectLst/>
              </a:rPr>
              <a:t>on</a:t>
            </a:r>
            <a:r>
              <a:rPr lang="es-CL" sz="900" b="0" i="0" u="none" strike="noStrike" noProof="0" dirty="0">
                <a:solidFill>
                  <a:srgbClr val="000000"/>
                </a:solidFill>
                <a:effectLst/>
              </a:rPr>
              <a:t> </a:t>
            </a:r>
            <a:r>
              <a:rPr lang="es-CL" sz="900" b="0" i="0" u="none" strike="noStrike" noProof="0" dirty="0" err="1">
                <a:solidFill>
                  <a:srgbClr val="000000"/>
                </a:solidFill>
                <a:effectLst/>
              </a:rPr>
              <a:t>Rails</a:t>
            </a:r>
            <a:r>
              <a:rPr lang="es-CL" sz="900" b="0" i="0" u="none" strike="noStrike" noProof="0" dirty="0">
                <a:solidFill>
                  <a:srgbClr val="000000"/>
                </a:solidFill>
                <a:effectLst/>
              </a:rPr>
              <a:t>, priorizando según valoraciones de usuarios con el algoritmo Elo.</a:t>
            </a:r>
            <a:endParaRPr lang="es-CL" sz="900" b="0" i="0" u="none" strike="noStrike" noProof="0" dirty="0">
              <a:solidFill>
                <a:srgbClr val="000000"/>
              </a:solidFill>
              <a:effectLst/>
              <a:cs typeface="Arial"/>
            </a:endParaRPr>
          </a:p>
          <a:p>
            <a:pPr marL="171450" indent="-171450" algn="l">
              <a:buFont typeface="Arial"/>
              <a:buChar char="•"/>
            </a:pPr>
            <a:r>
              <a:rPr lang="es-CL" sz="900" b="0" i="0" u="none" strike="noStrike" noProof="0" dirty="0">
                <a:solidFill>
                  <a:srgbClr val="000000"/>
                </a:solidFill>
                <a:effectLst/>
              </a:rPr>
              <a:t>Implementación de una plataforma de selección de personal, reduciendo los tiempos de contratación en un 30% mediante la automatización.</a:t>
            </a:r>
            <a:endParaRPr lang="es-CL" sz="900" b="0" i="0" u="none" strike="noStrike" noProof="0" dirty="0">
              <a:solidFill>
                <a:srgbClr val="000000"/>
              </a:solidFill>
              <a:effectLst/>
              <a:cs typeface="Arial"/>
            </a:endParaRPr>
          </a:p>
          <a:p>
            <a:pPr algn="l"/>
            <a:endParaRPr lang="es-CL" sz="900" b="0" i="0" u="none" strike="noStrike" noProof="0" dirty="0">
              <a:solidFill>
                <a:srgbClr val="000000"/>
              </a:solidFill>
              <a:effectLst/>
            </a:endParaRPr>
          </a:p>
          <a:p>
            <a:pPr algn="l"/>
            <a:endParaRPr lang="es-CL" sz="900" b="0" i="0" u="none" strike="noStrike" noProof="0" dirty="0">
              <a:solidFill>
                <a:srgbClr val="000000"/>
              </a:solidFill>
              <a:effectLst/>
              <a:cs typeface="Arial"/>
            </a:endParaRPr>
          </a:p>
        </p:txBody>
      </p:sp>
      <p:sp>
        <p:nvSpPr>
          <p:cNvPr id="2" name="Oval 1">
            <a:extLst>
              <a:ext uri="{FF2B5EF4-FFF2-40B4-BE49-F238E27FC236}">
                <a16:creationId xmlns:a16="http://schemas.microsoft.com/office/drawing/2014/main" id="{49EBF741-5E72-BA6F-B210-ACEF5F9B3BF0}"/>
              </a:ext>
            </a:extLst>
          </p:cNvPr>
          <p:cNvSpPr/>
          <p:nvPr/>
        </p:nvSpPr>
        <p:spPr>
          <a:xfrm>
            <a:off x="1018982" y="325487"/>
            <a:ext cx="1514963" cy="136729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CL" noProof="0" dirty="0"/>
          </a:p>
        </p:txBody>
      </p:sp>
      <p:pic>
        <p:nvPicPr>
          <p:cNvPr id="5" name="Imagen 4">
            <a:extLst>
              <a:ext uri="{FF2B5EF4-FFF2-40B4-BE49-F238E27FC236}">
                <a16:creationId xmlns:a16="http://schemas.microsoft.com/office/drawing/2014/main" id="{EF557E84-88BB-9C40-078A-AAE7DECBB3A4}"/>
              </a:ext>
            </a:extLst>
          </p:cNvPr>
          <p:cNvPicPr>
            <a:picLocks noChangeAspect="1"/>
          </p:cNvPicPr>
          <p:nvPr/>
        </p:nvPicPr>
        <p:blipFill>
          <a:blip r:embed="rId4"/>
          <a:stretch>
            <a:fillRect/>
          </a:stretch>
        </p:blipFill>
        <p:spPr>
          <a:xfrm>
            <a:off x="1018981" y="252262"/>
            <a:ext cx="1514963" cy="1514963"/>
          </a:xfrm>
          <a:prstGeom prst="rect">
            <a:avLst/>
          </a:prstGeom>
        </p:spPr>
      </p:pic>
    </p:spTree>
    <p:extLst>
      <p:ext uri="{BB962C8B-B14F-4D97-AF65-F5344CB8AC3E}">
        <p14:creationId xmlns:p14="http://schemas.microsoft.com/office/powerpoint/2010/main" val="6107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FC737006-AA5A-FAE9-29F7-F1E98CDFF13B}"/>
            </a:ext>
          </a:extLst>
        </p:cNvPr>
        <p:cNvGrpSpPr/>
        <p:nvPr/>
      </p:nvGrpSpPr>
      <p:grpSpPr>
        <a:xfrm>
          <a:off x="0" y="0"/>
          <a:ext cx="0" cy="0"/>
          <a:chOff x="0" y="0"/>
          <a:chExt cx="0" cy="0"/>
        </a:xfrm>
      </p:grpSpPr>
      <p:sp>
        <p:nvSpPr>
          <p:cNvPr id="373" name="Google Shape;373;g1e85a8a9a7d_0_0">
            <a:extLst>
              <a:ext uri="{FF2B5EF4-FFF2-40B4-BE49-F238E27FC236}">
                <a16:creationId xmlns:a16="http://schemas.microsoft.com/office/drawing/2014/main" id="{1323E025-4647-62EE-E341-2989BE27A4F0}"/>
              </a:ext>
            </a:extLst>
          </p:cNvPr>
          <p:cNvSpPr/>
          <p:nvPr/>
        </p:nvSpPr>
        <p:spPr>
          <a:xfrm>
            <a:off x="3782323" y="153900"/>
            <a:ext cx="6468581" cy="383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00"/>
              <a:buFont typeface="Georgia"/>
              <a:buNone/>
            </a:pPr>
            <a:r>
              <a:rPr lang="es-CL" sz="1800" dirty="0">
                <a:latin typeface="Georgia" panose="02040502050405020303" pitchFamily="18" charset="0"/>
              </a:rPr>
              <a:t>Javier Andrés Reyes González</a:t>
            </a:r>
            <a:r>
              <a:rPr lang="es-CL" sz="1800" b="0" i="0" u="none" strike="noStrike" baseline="0" dirty="0">
                <a:latin typeface="Georgia" panose="02040502050405020303" pitchFamily="18" charset="0"/>
              </a:rPr>
              <a:t>| </a:t>
            </a:r>
            <a:r>
              <a:rPr lang="es-CL" sz="1800" b="0" i="0" u="none" strike="noStrike" baseline="0" dirty="0" err="1">
                <a:latin typeface="Georgia" panose="02040502050405020303" pitchFamily="18" charset="0"/>
              </a:rPr>
              <a:t>Analyst</a:t>
            </a:r>
            <a:r>
              <a:rPr lang="es-CL" sz="1800" b="0" i="0" u="none" strike="noStrike" baseline="0" dirty="0">
                <a:latin typeface="Georgia" panose="02040502050405020303" pitchFamily="18" charset="0"/>
              </a:rPr>
              <a:t>, </a:t>
            </a:r>
            <a:r>
              <a:rPr lang="es-CL" sz="1800" b="0" i="0" u="none" strike="noStrike" baseline="0" dirty="0" err="1">
                <a:latin typeface="Georgia" panose="02040502050405020303" pitchFamily="18" charset="0"/>
              </a:rPr>
              <a:t>Technology</a:t>
            </a:r>
            <a:r>
              <a:rPr lang="es-CL" sz="1800" b="0" i="0" u="none" strike="noStrike" baseline="0" dirty="0">
                <a:latin typeface="Georgia" panose="02040502050405020303" pitchFamily="18" charset="0"/>
              </a:rPr>
              <a:t> </a:t>
            </a:r>
            <a:r>
              <a:rPr lang="es-CL" sz="1800" b="0" i="0" u="none" strike="noStrike" baseline="0" dirty="0" err="1">
                <a:latin typeface="Georgia" panose="02040502050405020303" pitchFamily="18" charset="0"/>
              </a:rPr>
              <a:t>Advisory</a:t>
            </a:r>
            <a:endParaRPr sz="1867" b="0" i="0" u="none" strike="noStrike" cap="none" dirty="0">
              <a:solidFill>
                <a:srgbClr val="000000"/>
              </a:solidFill>
              <a:latin typeface="Arial"/>
              <a:ea typeface="Arial"/>
              <a:cs typeface="Arial"/>
              <a:sym typeface="Arial"/>
            </a:endParaRPr>
          </a:p>
        </p:txBody>
      </p:sp>
      <p:cxnSp>
        <p:nvCxnSpPr>
          <p:cNvPr id="374" name="Google Shape;374;g1e85a8a9a7d_0_0">
            <a:extLst>
              <a:ext uri="{FF2B5EF4-FFF2-40B4-BE49-F238E27FC236}">
                <a16:creationId xmlns:a16="http://schemas.microsoft.com/office/drawing/2014/main" id="{D0BA5C2C-1D05-6277-7C87-597CE0F97649}"/>
              </a:ext>
            </a:extLst>
          </p:cNvPr>
          <p:cNvCxnSpPr/>
          <p:nvPr/>
        </p:nvCxnSpPr>
        <p:spPr>
          <a:xfrm>
            <a:off x="-17200" y="2078125"/>
            <a:ext cx="3076800" cy="0"/>
          </a:xfrm>
          <a:prstGeom prst="straightConnector1">
            <a:avLst/>
          </a:prstGeom>
          <a:noFill/>
          <a:ln w="38100" cap="flat" cmpd="sng">
            <a:solidFill>
              <a:srgbClr val="FFFFFF"/>
            </a:solidFill>
            <a:prstDash val="solid"/>
            <a:round/>
            <a:headEnd type="none" w="sm" len="sm"/>
            <a:tailEnd type="none" w="sm" len="sm"/>
          </a:ln>
        </p:spPr>
      </p:cxnSp>
      <p:sp>
        <p:nvSpPr>
          <p:cNvPr id="375" name="Google Shape;375;g1e85a8a9a7d_0_0">
            <a:extLst>
              <a:ext uri="{FF2B5EF4-FFF2-40B4-BE49-F238E27FC236}">
                <a16:creationId xmlns:a16="http://schemas.microsoft.com/office/drawing/2014/main" id="{ACB888BB-685D-B784-BFA5-D6CFE750B239}"/>
              </a:ext>
            </a:extLst>
          </p:cNvPr>
          <p:cNvSpPr/>
          <p:nvPr/>
        </p:nvSpPr>
        <p:spPr>
          <a:xfrm>
            <a:off x="7937500" y="539250"/>
            <a:ext cx="4092300" cy="6031500"/>
          </a:xfrm>
          <a:prstGeom prst="rect">
            <a:avLst/>
          </a:prstGeom>
          <a:noFill/>
          <a:ln>
            <a:noFill/>
          </a:ln>
        </p:spPr>
        <p:txBody>
          <a:bodyPr spcFirstLastPara="1" wrap="square" lIns="36000" tIns="36000" rIns="36000" bIns="36000" anchor="t" anchorCtr="0">
            <a:noAutofit/>
          </a:bodyPr>
          <a:lstStyle/>
          <a:p>
            <a:pPr marL="35999" marR="35999" lvl="0" indent="0" algn="just" rtl="0">
              <a:lnSpc>
                <a:spcPct val="100000"/>
              </a:lnSpc>
              <a:spcBef>
                <a:spcPts val="0"/>
              </a:spcBef>
              <a:spcAft>
                <a:spcPts val="0"/>
              </a:spcAft>
              <a:buClr>
                <a:srgbClr val="000000"/>
              </a:buClr>
              <a:buSzPts val="1050"/>
              <a:buFont typeface="Arial"/>
              <a:buNone/>
            </a:pPr>
            <a:r>
              <a:rPr lang="en-GB" sz="1000" b="1" i="0" u="none" strike="noStrike" cap="none" dirty="0">
                <a:solidFill>
                  <a:srgbClr val="D04A02"/>
                </a:solidFill>
                <a:latin typeface="Arial"/>
                <a:ea typeface="Arial"/>
                <a:cs typeface="Arial"/>
                <a:sym typeface="Arial"/>
              </a:rPr>
              <a:t>Relevant client experience</a:t>
            </a:r>
          </a:p>
          <a:p>
            <a:pPr marL="35999" marR="35999" lvl="0" indent="0" algn="just" rtl="0">
              <a:lnSpc>
                <a:spcPct val="100000"/>
              </a:lnSpc>
              <a:spcBef>
                <a:spcPts val="0"/>
              </a:spcBef>
              <a:spcAft>
                <a:spcPts val="0"/>
              </a:spcAft>
              <a:buClr>
                <a:srgbClr val="000000"/>
              </a:buClr>
              <a:buSzPts val="900"/>
              <a:buFont typeface="Arial"/>
              <a:buNone/>
            </a:pPr>
            <a:endParaRPr lang="es-CL" sz="900" b="0" i="0" u="none" strike="noStrike" cap="none" dirty="0">
              <a:solidFill>
                <a:schemeClr val="dk1"/>
              </a:solidFill>
              <a:latin typeface="Arial"/>
              <a:ea typeface="Arial"/>
              <a:cs typeface="Arial"/>
              <a:sym typeface="Arial"/>
            </a:endParaRPr>
          </a:p>
          <a:p>
            <a:r>
              <a:rPr lang="es-CL" sz="900" b="1" dirty="0">
                <a:solidFill>
                  <a:schemeClr val="dk1"/>
                </a:solidFill>
              </a:rPr>
              <a:t>Sales </a:t>
            </a:r>
            <a:r>
              <a:rPr lang="es-CL" sz="900" b="1" dirty="0" err="1">
                <a:solidFill>
                  <a:schemeClr val="dk1"/>
                </a:solidFill>
              </a:rPr>
              <a:t>Associate</a:t>
            </a:r>
            <a:r>
              <a:rPr lang="es-CL" sz="900" b="1" dirty="0">
                <a:solidFill>
                  <a:schemeClr val="dk1"/>
                </a:solidFill>
              </a:rPr>
              <a:t> | </a:t>
            </a:r>
            <a:r>
              <a:rPr lang="es-CL" sz="900" b="1" dirty="0" err="1">
                <a:solidFill>
                  <a:schemeClr val="dk1"/>
                </a:solidFill>
              </a:rPr>
              <a:t>Retail</a:t>
            </a:r>
            <a:br>
              <a:rPr lang="es-CL" sz="900" b="1" dirty="0">
                <a:solidFill>
                  <a:schemeClr val="dk1"/>
                </a:solidFill>
              </a:rPr>
            </a:br>
            <a:r>
              <a:rPr lang="es-CL" sz="900" b="1" dirty="0">
                <a:solidFill>
                  <a:schemeClr val="dk1"/>
                </a:solidFill>
              </a:rPr>
              <a:t>Edmonton, </a:t>
            </a:r>
            <a:r>
              <a:rPr lang="es-CL" sz="900" b="1" dirty="0" err="1">
                <a:solidFill>
                  <a:schemeClr val="dk1"/>
                </a:solidFill>
              </a:rPr>
              <a:t>Canada</a:t>
            </a:r>
            <a:r>
              <a:rPr lang="es-CL" sz="900" b="1" dirty="0">
                <a:solidFill>
                  <a:schemeClr val="dk1"/>
                </a:solidFill>
              </a:rPr>
              <a:t> | 10.2023 – 04.2024</a:t>
            </a:r>
            <a:endParaRPr lang="en-US" sz="900" dirty="0">
              <a:solidFill>
                <a:schemeClr val="dk1"/>
              </a:solidFill>
            </a:endParaRPr>
          </a:p>
          <a:p>
            <a:pPr marL="171450" indent="-171450">
              <a:spcBef>
                <a:spcPct val="0"/>
              </a:spcBef>
              <a:buFont typeface="Arial" panose="020B0604020202020204" pitchFamily="34" charset="0"/>
              <a:buChar char="•"/>
            </a:pPr>
            <a:r>
              <a:rPr lang="en-US" sz="900" dirty="0">
                <a:solidFill>
                  <a:schemeClr val="dk1"/>
                </a:solidFill>
              </a:rPr>
              <a:t>Inventory management automation using Python and Selenium, improving efficiency by 20%.</a:t>
            </a:r>
          </a:p>
          <a:p>
            <a:pPr marL="171450" indent="-171450">
              <a:spcBef>
                <a:spcPct val="0"/>
              </a:spcBef>
              <a:buFont typeface="Arial" panose="020B0604020202020204" pitchFamily="34" charset="0"/>
              <a:buChar char="•"/>
            </a:pPr>
            <a:r>
              <a:rPr lang="en-US" sz="900" dirty="0">
                <a:solidFill>
                  <a:schemeClr val="dk1"/>
                </a:solidFill>
              </a:rPr>
              <a:t>Achieved sales above $300,000 USD in 5 months, driven by data analysis and sales experience.</a:t>
            </a:r>
            <a:endParaRPr lang="es-CL" sz="1100" dirty="0">
              <a:solidFill>
                <a:schemeClr val="dk1"/>
              </a:solidFill>
            </a:endParaRPr>
          </a:p>
          <a:p>
            <a:endParaRPr lang="es-CL" sz="900" b="1" dirty="0"/>
          </a:p>
          <a:p>
            <a:r>
              <a:rPr lang="es-CL" sz="900" b="1" dirty="0"/>
              <a:t>Digital </a:t>
            </a:r>
            <a:r>
              <a:rPr lang="es-CL" sz="900" b="1" dirty="0" err="1"/>
              <a:t>Transformation</a:t>
            </a:r>
            <a:r>
              <a:rPr lang="es-CL" sz="900" b="1" dirty="0"/>
              <a:t> </a:t>
            </a:r>
            <a:r>
              <a:rPr lang="es-CL" sz="900" b="1" dirty="0" err="1"/>
              <a:t>Analyst</a:t>
            </a:r>
            <a:r>
              <a:rPr lang="es-CL" sz="900" b="1" dirty="0"/>
              <a:t> | Banca</a:t>
            </a:r>
            <a:br>
              <a:rPr lang="es-CL" sz="900" dirty="0"/>
            </a:br>
            <a:r>
              <a:rPr lang="es-CL" sz="900" dirty="0"/>
              <a:t>Santiago, Chile | 11.2021 – 06.2022</a:t>
            </a:r>
          </a:p>
          <a:p>
            <a:pPr marL="171450" indent="-171450">
              <a:buFont typeface="Arial"/>
              <a:buChar char="•"/>
            </a:pPr>
            <a:r>
              <a:rPr lang="en-US" sz="900" dirty="0"/>
              <a:t>Collaborated in customer service digitalization, optimizing response times by 25%.</a:t>
            </a:r>
            <a:endParaRPr lang="es-CL" sz="900" dirty="0">
              <a:solidFill>
                <a:schemeClr val="dk1"/>
              </a:solidFill>
            </a:endParaRPr>
          </a:p>
          <a:p>
            <a:pPr marL="35999" marR="35999" lvl="0" indent="0" algn="just" rtl="0">
              <a:lnSpc>
                <a:spcPct val="100000"/>
              </a:lnSpc>
              <a:spcBef>
                <a:spcPts val="0"/>
              </a:spcBef>
              <a:spcAft>
                <a:spcPts val="0"/>
              </a:spcAft>
              <a:buClr>
                <a:srgbClr val="000000"/>
              </a:buClr>
              <a:buSzPts val="900"/>
              <a:buFont typeface="Arial"/>
              <a:buNone/>
            </a:pPr>
            <a:endParaRPr lang="es-CL" sz="900" dirty="0">
              <a:solidFill>
                <a:schemeClr val="dk1"/>
              </a:solidFill>
            </a:endParaRPr>
          </a:p>
          <a:p>
            <a:pPr marL="35999" marR="35999" lvl="0" indent="0" algn="just" rtl="0">
              <a:lnSpc>
                <a:spcPct val="100000"/>
              </a:lnSpc>
              <a:spcBef>
                <a:spcPts val="0"/>
              </a:spcBef>
              <a:spcAft>
                <a:spcPts val="0"/>
              </a:spcAft>
              <a:buClr>
                <a:srgbClr val="000000"/>
              </a:buClr>
              <a:buSzPts val="900"/>
              <a:buFont typeface="Arial"/>
              <a:buNone/>
            </a:pPr>
            <a:r>
              <a:rPr lang="en-GB" sz="1000" b="0" i="0" u="none" strike="noStrike" cap="none" dirty="0">
                <a:solidFill>
                  <a:schemeClr val="accent1"/>
                </a:solidFill>
                <a:latin typeface="Arial"/>
                <a:ea typeface="Arial"/>
                <a:cs typeface="Arial"/>
                <a:sym typeface="Arial"/>
              </a:rPr>
              <a:t>S</a:t>
            </a:r>
            <a:r>
              <a:rPr lang="en-GB" sz="1000" dirty="0">
                <a:solidFill>
                  <a:schemeClr val="accent1"/>
                </a:solidFill>
              </a:rPr>
              <a:t>erved</a:t>
            </a:r>
            <a:r>
              <a:rPr lang="en-GB" sz="1000" b="0" i="0" u="none" strike="noStrike" cap="none" dirty="0">
                <a:solidFill>
                  <a:schemeClr val="accent1"/>
                </a:solidFill>
                <a:latin typeface="Arial"/>
                <a:ea typeface="Arial"/>
                <a:cs typeface="Arial"/>
                <a:sym typeface="Arial"/>
              </a:rPr>
              <a:t> </a:t>
            </a:r>
            <a:r>
              <a:rPr lang="en-GB" sz="1000" dirty="0">
                <a:solidFill>
                  <a:schemeClr val="accent1"/>
                </a:solidFill>
              </a:rPr>
              <a:t>C</a:t>
            </a:r>
            <a:r>
              <a:rPr lang="en-GB" sz="1000" b="0" i="0" u="none" strike="noStrike" cap="none" dirty="0">
                <a:solidFill>
                  <a:schemeClr val="accent1"/>
                </a:solidFill>
                <a:latin typeface="Arial"/>
                <a:ea typeface="Arial"/>
                <a:cs typeface="Arial"/>
                <a:sym typeface="Arial"/>
              </a:rPr>
              <a:t>lients</a:t>
            </a:r>
          </a:p>
          <a:p>
            <a:pPr marL="35999" marR="35999" lvl="0" indent="0" algn="just" rtl="0">
              <a:lnSpc>
                <a:spcPct val="100000"/>
              </a:lnSpc>
              <a:spcBef>
                <a:spcPts val="0"/>
              </a:spcBef>
              <a:spcAft>
                <a:spcPts val="0"/>
              </a:spcAft>
              <a:buClr>
                <a:srgbClr val="000000"/>
              </a:buClr>
              <a:buSzPts val="900"/>
              <a:buFont typeface="Arial"/>
              <a:buNone/>
            </a:pPr>
            <a:endParaRPr lang="en-GB" sz="1000" b="1" i="0" u="none" strike="noStrike" cap="none" dirty="0">
              <a:solidFill>
                <a:schemeClr val="accent1"/>
              </a:solidFill>
              <a:latin typeface="Arial"/>
              <a:ea typeface="Arial"/>
              <a:cs typeface="Arial"/>
              <a:sym typeface="Arial"/>
            </a:endParaRPr>
          </a:p>
          <a:p>
            <a:pPr marL="207449" marR="35999" lvl="0" indent="-171450" algn="just" rtl="0">
              <a:lnSpc>
                <a:spcPct val="100000"/>
              </a:lnSpc>
              <a:spcBef>
                <a:spcPts val="0"/>
              </a:spcBef>
              <a:spcAft>
                <a:spcPts val="0"/>
              </a:spcAft>
              <a:buClr>
                <a:srgbClr val="000000"/>
              </a:buClr>
              <a:buSzPts val="900"/>
              <a:buFont typeface="Arial" panose="020B0604020202020204" pitchFamily="34" charset="0"/>
              <a:buChar char="•"/>
            </a:pPr>
            <a:r>
              <a:rPr lang="es-CL" sz="900" dirty="0"/>
              <a:t>Ashley </a:t>
            </a:r>
            <a:r>
              <a:rPr lang="es-CL" sz="900" dirty="0" err="1"/>
              <a:t>HomeStore</a:t>
            </a:r>
            <a:r>
              <a:rPr lang="es-CL" sz="900" dirty="0"/>
              <a:t> (</a:t>
            </a:r>
            <a:r>
              <a:rPr lang="es-CL" sz="900" dirty="0" err="1"/>
              <a:t>Canada</a:t>
            </a:r>
            <a:r>
              <a:rPr lang="es-CL" sz="900" dirty="0"/>
              <a:t>)</a:t>
            </a:r>
          </a:p>
          <a:p>
            <a:pPr marL="207449" marR="35999" indent="-171450" algn="just">
              <a:buSzPts val="900"/>
              <a:buFont typeface="Arial" panose="020B0604020202020204" pitchFamily="34" charset="0"/>
              <a:buChar char="•"/>
            </a:pPr>
            <a:r>
              <a:rPr lang="es-CL" sz="900" dirty="0"/>
              <a:t>Walmart (USA)</a:t>
            </a:r>
          </a:p>
          <a:p>
            <a:pPr marL="207449" marR="35999" lvl="0" indent="-171450" algn="just" rtl="0">
              <a:lnSpc>
                <a:spcPct val="100000"/>
              </a:lnSpc>
              <a:spcBef>
                <a:spcPts val="0"/>
              </a:spcBef>
              <a:spcAft>
                <a:spcPts val="0"/>
              </a:spcAft>
              <a:buClr>
                <a:srgbClr val="000000"/>
              </a:buClr>
              <a:buSzPts val="900"/>
              <a:buFont typeface="Arial" panose="020B0604020202020204" pitchFamily="34" charset="0"/>
              <a:buChar char="•"/>
            </a:pPr>
            <a:r>
              <a:rPr lang="es-CL" sz="900" dirty="0"/>
              <a:t>Banco Falabella (Chile)</a:t>
            </a:r>
          </a:p>
          <a:p>
            <a:pPr marL="207449" marR="35999" lvl="0" indent="-171450" algn="just" rtl="0">
              <a:lnSpc>
                <a:spcPct val="100000"/>
              </a:lnSpc>
              <a:spcBef>
                <a:spcPts val="0"/>
              </a:spcBef>
              <a:spcAft>
                <a:spcPts val="0"/>
              </a:spcAft>
              <a:buClr>
                <a:srgbClr val="000000"/>
              </a:buClr>
              <a:buSzPts val="900"/>
              <a:buFont typeface="Arial" panose="020B0604020202020204" pitchFamily="34" charset="0"/>
              <a:buChar char="•"/>
            </a:pPr>
            <a:r>
              <a:rPr lang="es-CL" sz="900" dirty="0"/>
              <a:t>Móvil Falabella (Chile)</a:t>
            </a:r>
          </a:p>
          <a:p>
            <a:pPr marL="35999" marR="35999" lvl="0" indent="0" algn="just" rtl="0">
              <a:lnSpc>
                <a:spcPct val="100000"/>
              </a:lnSpc>
              <a:spcBef>
                <a:spcPts val="0"/>
              </a:spcBef>
              <a:spcAft>
                <a:spcPts val="0"/>
              </a:spcAft>
              <a:buClr>
                <a:srgbClr val="000000"/>
              </a:buClr>
              <a:buSzPts val="900"/>
              <a:buFont typeface="Arial"/>
              <a:buNone/>
            </a:pPr>
            <a:endParaRPr lang="es-CL" sz="900" dirty="0">
              <a:solidFill>
                <a:schemeClr val="dk1"/>
              </a:solidFill>
            </a:endParaRPr>
          </a:p>
          <a:p>
            <a:pPr marL="35999" marR="35999" lvl="0" indent="0" algn="just" rtl="0">
              <a:lnSpc>
                <a:spcPct val="100000"/>
              </a:lnSpc>
              <a:spcBef>
                <a:spcPts val="0"/>
              </a:spcBef>
              <a:spcAft>
                <a:spcPts val="0"/>
              </a:spcAft>
              <a:buClr>
                <a:srgbClr val="000000"/>
              </a:buClr>
              <a:buSzPts val="900"/>
              <a:buFont typeface="Arial"/>
              <a:buNone/>
            </a:pPr>
            <a:endParaRPr sz="900" b="0" i="0" u="none" strike="noStrike" cap="none" dirty="0">
              <a:solidFill>
                <a:schemeClr val="dk1"/>
              </a:solidFill>
              <a:latin typeface="Arial"/>
              <a:ea typeface="Arial"/>
              <a:cs typeface="Arial"/>
              <a:sym typeface="Arial"/>
            </a:endParaRPr>
          </a:p>
          <a:p>
            <a:pPr marL="35999" marR="35999" lvl="0" indent="0" algn="just" rtl="0">
              <a:lnSpc>
                <a:spcPct val="100000"/>
              </a:lnSpc>
              <a:spcBef>
                <a:spcPts val="0"/>
              </a:spcBef>
              <a:spcAft>
                <a:spcPts val="0"/>
              </a:spcAft>
              <a:buClr>
                <a:srgbClr val="000000"/>
              </a:buClr>
              <a:buSzPts val="900"/>
              <a:buFont typeface="Arial"/>
              <a:buNone/>
            </a:pPr>
            <a:r>
              <a:rPr lang="en-GB" sz="1000" b="0" i="0" u="none" strike="noStrike" cap="none" dirty="0">
                <a:solidFill>
                  <a:schemeClr val="accent1"/>
                </a:solidFill>
                <a:latin typeface="Arial"/>
                <a:ea typeface="Arial"/>
                <a:cs typeface="Arial"/>
                <a:sym typeface="Arial"/>
              </a:rPr>
              <a:t>Select program / projects supported</a:t>
            </a:r>
            <a:endParaRPr lang="en-GB" sz="1000" b="1" i="0" u="none" strike="noStrike" cap="none" dirty="0">
              <a:solidFill>
                <a:schemeClr val="accent1"/>
              </a:solidFill>
              <a:latin typeface="Arial"/>
              <a:ea typeface="Arial"/>
              <a:cs typeface="Arial"/>
              <a:sym typeface="Arial"/>
            </a:endParaRPr>
          </a:p>
          <a:p>
            <a:pPr marL="35999" marR="35999" lvl="0" indent="0" algn="just" rtl="0">
              <a:lnSpc>
                <a:spcPct val="100000"/>
              </a:lnSpc>
              <a:spcBef>
                <a:spcPts val="0"/>
              </a:spcBef>
              <a:spcAft>
                <a:spcPts val="0"/>
              </a:spcAft>
              <a:buClr>
                <a:srgbClr val="000000"/>
              </a:buClr>
              <a:buSzPts val="1000"/>
              <a:buFont typeface="Arial"/>
              <a:buNone/>
            </a:pPr>
            <a:endParaRPr lang="en-GB" sz="1000" dirty="0">
              <a:solidFill>
                <a:schemeClr val="accent1"/>
              </a:solidFill>
            </a:endParaRPr>
          </a:p>
          <a:p>
            <a:pPr marL="207449" marR="35999" lvl="0" indent="-171450" algn="just" rtl="0">
              <a:lnSpc>
                <a:spcPct val="100000"/>
              </a:lnSpc>
              <a:spcBef>
                <a:spcPts val="0"/>
              </a:spcBef>
              <a:spcAft>
                <a:spcPts val="0"/>
              </a:spcAft>
              <a:buClr>
                <a:srgbClr val="000000"/>
              </a:buClr>
              <a:buSzPts val="1000"/>
              <a:buFont typeface="Arial" panose="020B0604020202020204" pitchFamily="34" charset="0"/>
              <a:buChar char="•"/>
            </a:pPr>
            <a:r>
              <a:rPr lang="es-CL" sz="900" dirty="0" err="1"/>
              <a:t>Retail</a:t>
            </a:r>
            <a:r>
              <a:rPr lang="es-CL" sz="900" dirty="0"/>
              <a:t> </a:t>
            </a:r>
          </a:p>
          <a:p>
            <a:pPr marL="207449" marR="35999" lvl="0" indent="-171450" algn="just" rtl="0">
              <a:lnSpc>
                <a:spcPct val="100000"/>
              </a:lnSpc>
              <a:spcBef>
                <a:spcPts val="0"/>
              </a:spcBef>
              <a:spcAft>
                <a:spcPts val="0"/>
              </a:spcAft>
              <a:buClr>
                <a:srgbClr val="000000"/>
              </a:buClr>
              <a:buSzPts val="1000"/>
              <a:buFont typeface="Arial" panose="020B0604020202020204" pitchFamily="34" charset="0"/>
              <a:buChar char="•"/>
            </a:pPr>
            <a:r>
              <a:rPr lang="es-CL" sz="900" dirty="0" err="1"/>
              <a:t>Banking</a:t>
            </a:r>
            <a:r>
              <a:rPr lang="es-CL" sz="900" dirty="0"/>
              <a:t> and </a:t>
            </a:r>
            <a:r>
              <a:rPr lang="es-CL" sz="900" dirty="0" err="1"/>
              <a:t>Finance</a:t>
            </a:r>
            <a:endParaRPr lang="es-CL" sz="900" dirty="0"/>
          </a:p>
          <a:p>
            <a:pPr marL="207449" marR="35999" lvl="0" indent="-171450" algn="just" rtl="0">
              <a:lnSpc>
                <a:spcPct val="100000"/>
              </a:lnSpc>
              <a:spcBef>
                <a:spcPts val="0"/>
              </a:spcBef>
              <a:spcAft>
                <a:spcPts val="0"/>
              </a:spcAft>
              <a:buClr>
                <a:srgbClr val="000000"/>
              </a:buClr>
              <a:buSzPts val="1000"/>
              <a:buFont typeface="Arial" panose="020B0604020202020204" pitchFamily="34" charset="0"/>
              <a:buChar char="•"/>
            </a:pPr>
            <a:r>
              <a:rPr lang="en-US" sz="900" dirty="0"/>
              <a:t>Technology and Development</a:t>
            </a:r>
            <a:endParaRPr lang="en-US" sz="900" b="0" i="0" u="none" strike="noStrike" cap="none" dirty="0">
              <a:solidFill>
                <a:schemeClr val="dk1"/>
              </a:solidFill>
              <a:latin typeface="Arial"/>
              <a:ea typeface="Arial"/>
              <a:cs typeface="Arial"/>
              <a:sym typeface="Arial"/>
            </a:endParaRPr>
          </a:p>
          <a:p>
            <a:pPr marL="169330" marR="0" lvl="0" indent="0" algn="just" rtl="0">
              <a:lnSpc>
                <a:spcPct val="100000"/>
              </a:lnSpc>
              <a:spcBef>
                <a:spcPts val="400"/>
              </a:spcBef>
              <a:spcAft>
                <a:spcPts val="0"/>
              </a:spcAft>
              <a:buNone/>
            </a:pPr>
            <a:endParaRPr sz="900" b="0" i="0" u="none" strike="noStrike" cap="none" dirty="0">
              <a:solidFill>
                <a:schemeClr val="dk1"/>
              </a:solidFill>
              <a:latin typeface="Arial"/>
              <a:ea typeface="Arial"/>
              <a:cs typeface="Arial"/>
              <a:sym typeface="Arial"/>
            </a:endParaRPr>
          </a:p>
          <a:p>
            <a:pPr marL="35999" marR="35999" lvl="0" indent="0" algn="just" rtl="0">
              <a:lnSpc>
                <a:spcPct val="100000"/>
              </a:lnSpc>
              <a:spcBef>
                <a:spcPts val="0"/>
              </a:spcBef>
              <a:spcAft>
                <a:spcPts val="0"/>
              </a:spcAft>
              <a:buClr>
                <a:srgbClr val="000000"/>
              </a:buClr>
              <a:buSzPts val="900"/>
              <a:buFont typeface="Arial"/>
              <a:buNone/>
            </a:pPr>
            <a:endParaRPr sz="900" b="0" i="0" u="none" strike="noStrike" cap="none" dirty="0">
              <a:solidFill>
                <a:schemeClr val="dk1"/>
              </a:solidFill>
              <a:latin typeface="Arial"/>
              <a:ea typeface="Arial"/>
              <a:cs typeface="Arial"/>
              <a:sym typeface="Arial"/>
            </a:endParaRPr>
          </a:p>
        </p:txBody>
      </p:sp>
      <p:sp>
        <p:nvSpPr>
          <p:cNvPr id="376" name="Google Shape;376;g1e85a8a9a7d_0_0">
            <a:extLst>
              <a:ext uri="{FF2B5EF4-FFF2-40B4-BE49-F238E27FC236}">
                <a16:creationId xmlns:a16="http://schemas.microsoft.com/office/drawing/2014/main" id="{908C2436-ED1C-7A13-9327-30239C4031D6}"/>
              </a:ext>
            </a:extLst>
          </p:cNvPr>
          <p:cNvSpPr/>
          <p:nvPr/>
        </p:nvSpPr>
        <p:spPr>
          <a:xfrm>
            <a:off x="3782175" y="537025"/>
            <a:ext cx="4002600" cy="1701350"/>
          </a:xfrm>
          <a:prstGeom prst="rect">
            <a:avLst/>
          </a:prstGeom>
          <a:noFill/>
          <a:ln>
            <a:noFill/>
          </a:ln>
        </p:spPr>
        <p:txBody>
          <a:bodyPr spcFirstLastPara="1" wrap="square" lIns="36000" tIns="36000" rIns="36000" bIns="36000" anchor="t" anchorCtr="0">
            <a:noAutofit/>
          </a:bodyPr>
          <a:lstStyle/>
          <a:p>
            <a:pPr marL="35999" marR="35999" lvl="0" indent="0" algn="l" rtl="0">
              <a:lnSpc>
                <a:spcPct val="100000"/>
              </a:lnSpc>
              <a:spcBef>
                <a:spcPts val="0"/>
              </a:spcBef>
              <a:spcAft>
                <a:spcPts val="0"/>
              </a:spcAft>
              <a:buClr>
                <a:srgbClr val="000000"/>
              </a:buClr>
              <a:buSzPts val="1067"/>
              <a:buFont typeface="Arial"/>
              <a:buNone/>
            </a:pPr>
            <a:r>
              <a:rPr lang="en-GB" sz="1000" b="1" i="0" u="none" strike="noStrike" cap="none" dirty="0">
                <a:solidFill>
                  <a:srgbClr val="D04A02"/>
                </a:solidFill>
                <a:latin typeface="Arial"/>
                <a:ea typeface="Arial"/>
                <a:cs typeface="Arial"/>
                <a:sym typeface="Arial"/>
              </a:rPr>
              <a:t>Background</a:t>
            </a:r>
            <a:endParaRPr sz="1000" b="1" i="0" u="none" strike="noStrike" cap="none" dirty="0">
              <a:solidFill>
                <a:srgbClr val="D04A02"/>
              </a:solidFill>
              <a:latin typeface="Arial"/>
              <a:ea typeface="Arial"/>
              <a:cs typeface="Arial"/>
              <a:sym typeface="Arial"/>
            </a:endParaRPr>
          </a:p>
          <a:p>
            <a:pPr marL="0" marR="0" lvl="0" indent="0" algn="l" rtl="0">
              <a:lnSpc>
                <a:spcPct val="100000"/>
              </a:lnSpc>
              <a:spcBef>
                <a:spcPts val="0"/>
              </a:spcBef>
              <a:spcAft>
                <a:spcPts val="0"/>
              </a:spcAft>
              <a:buNone/>
            </a:pPr>
            <a:endParaRPr lang="en-US" sz="900" b="0" i="0" u="none" strike="noStrike" dirty="0">
              <a:solidFill>
                <a:srgbClr val="000000"/>
              </a:solidFill>
              <a:effectLst/>
              <a:latin typeface="+mn-lt"/>
            </a:endParaRPr>
          </a:p>
          <a:p>
            <a:pPr marL="0" marR="0" lvl="0" indent="0" algn="l" rtl="0">
              <a:lnSpc>
                <a:spcPct val="100000"/>
              </a:lnSpc>
              <a:spcBef>
                <a:spcPts val="0"/>
              </a:spcBef>
              <a:spcAft>
                <a:spcPts val="0"/>
              </a:spcAft>
              <a:buNone/>
            </a:pPr>
            <a:r>
              <a:rPr lang="en-US" sz="900" b="0" i="0" u="none" strike="noStrike" dirty="0">
                <a:solidFill>
                  <a:srgbClr val="000000"/>
                </a:solidFill>
                <a:effectLst/>
                <a:latin typeface="+mn-lt"/>
              </a:rPr>
              <a:t>Computer Engineer with experience in technology consulting, banking, and retail, specializing in digital transformation and application modernization. Experienced in PMO initiatives and coordinating multicultural teams in complex technology environments. Has led data scraping and automation projects, as well as optimized systems to improve efficiency in areas such as personnel selection and inventory management, leveraging Agentic AI, NLP, and RAG for intelligent process automation and improved operational efficiency, always focused on delivering scalable and efficient solutions.</a:t>
            </a:r>
            <a:endParaRPr lang="es-CL" sz="900" b="0" i="0" u="none" strike="noStrike" dirty="0">
              <a:solidFill>
                <a:srgbClr val="000000"/>
              </a:solidFill>
              <a:effectLst/>
              <a:latin typeface="+mn-lt"/>
            </a:endParaRPr>
          </a:p>
        </p:txBody>
      </p:sp>
      <p:sp>
        <p:nvSpPr>
          <p:cNvPr id="377" name="Google Shape;377;g1e85a8a9a7d_0_0">
            <a:extLst>
              <a:ext uri="{FF2B5EF4-FFF2-40B4-BE49-F238E27FC236}">
                <a16:creationId xmlns:a16="http://schemas.microsoft.com/office/drawing/2014/main" id="{2D527828-499A-B259-701B-60979DF06811}"/>
              </a:ext>
            </a:extLst>
          </p:cNvPr>
          <p:cNvSpPr/>
          <p:nvPr/>
        </p:nvSpPr>
        <p:spPr>
          <a:xfrm>
            <a:off x="-23400" y="170"/>
            <a:ext cx="3600000" cy="6858000"/>
          </a:xfrm>
          <a:prstGeom prst="rect">
            <a:avLst/>
          </a:prstGeom>
          <a:solidFill>
            <a:srgbClr val="46464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067"/>
              <a:buFont typeface="Arial"/>
              <a:buNone/>
            </a:pPr>
            <a:endParaRPr sz="1067" b="0" i="0" u="none" strike="noStrike" cap="none">
              <a:solidFill>
                <a:srgbClr val="FFFFFF"/>
              </a:solidFill>
              <a:highlight>
                <a:srgbClr val="7D7D7D"/>
              </a:highlight>
              <a:latin typeface="Arial"/>
              <a:ea typeface="Arial"/>
              <a:cs typeface="Arial"/>
              <a:sym typeface="Arial"/>
            </a:endParaRPr>
          </a:p>
        </p:txBody>
      </p:sp>
      <p:grpSp>
        <p:nvGrpSpPr>
          <p:cNvPr id="378" name="Google Shape;378;g1e85a8a9a7d_0_0">
            <a:extLst>
              <a:ext uri="{FF2B5EF4-FFF2-40B4-BE49-F238E27FC236}">
                <a16:creationId xmlns:a16="http://schemas.microsoft.com/office/drawing/2014/main" id="{4B8A09D8-36EB-B3F4-1859-31C869A49209}"/>
              </a:ext>
            </a:extLst>
          </p:cNvPr>
          <p:cNvGrpSpPr/>
          <p:nvPr/>
        </p:nvGrpSpPr>
        <p:grpSpPr>
          <a:xfrm>
            <a:off x="-23448" y="5924275"/>
            <a:ext cx="3599825" cy="824666"/>
            <a:chOff x="-23469" y="5294139"/>
            <a:chExt cx="4165500" cy="811200"/>
          </a:xfrm>
        </p:grpSpPr>
        <p:sp>
          <p:nvSpPr>
            <p:cNvPr id="379" name="Google Shape;379;g1e85a8a9a7d_0_0">
              <a:extLst>
                <a:ext uri="{FF2B5EF4-FFF2-40B4-BE49-F238E27FC236}">
                  <a16:creationId xmlns:a16="http://schemas.microsoft.com/office/drawing/2014/main" id="{698BF6E1-CB8D-4750-7CA5-6D1829D0B8FE}"/>
                </a:ext>
              </a:extLst>
            </p:cNvPr>
            <p:cNvSpPr/>
            <p:nvPr/>
          </p:nvSpPr>
          <p:spPr>
            <a:xfrm>
              <a:off x="-23469" y="5294139"/>
              <a:ext cx="4165500" cy="8112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80" name="Google Shape;380;g1e85a8a9a7d_0_0">
              <a:extLst>
                <a:ext uri="{FF2B5EF4-FFF2-40B4-BE49-F238E27FC236}">
                  <a16:creationId xmlns:a16="http://schemas.microsoft.com/office/drawing/2014/main" id="{BF5318C4-12FF-47CC-55EC-5F7176F1C7FD}"/>
                </a:ext>
              </a:extLst>
            </p:cNvPr>
            <p:cNvSpPr/>
            <p:nvPr/>
          </p:nvSpPr>
          <p:spPr>
            <a:xfrm>
              <a:off x="604254" y="5332043"/>
              <a:ext cx="2319300" cy="580500"/>
            </a:xfrm>
            <a:prstGeom prst="rect">
              <a:avLst/>
            </a:prstGeom>
            <a:noFill/>
            <a:ln w="9525" cap="flat" cmpd="sng">
              <a:solidFill>
                <a:schemeClr val="lt1"/>
              </a:solidFill>
              <a:prstDash val="solid"/>
              <a:round/>
              <a:headEnd type="none" w="sm" len="sm"/>
              <a:tailEnd type="none" w="sm" len="sm"/>
            </a:ln>
          </p:spPr>
          <p:txBody>
            <a:bodyPr spcFirstLastPara="1" wrap="square" lIns="0" tIns="66075" rIns="0" bIns="66075" anchor="t" anchorCtr="0">
              <a:noAutofit/>
            </a:bodyPr>
            <a:lstStyle/>
            <a:p>
              <a:pPr marL="0" marR="0" lvl="0" indent="0" algn="l" rtl="0">
                <a:lnSpc>
                  <a:spcPct val="100000"/>
                </a:lnSpc>
                <a:spcBef>
                  <a:spcPts val="661"/>
                </a:spcBef>
                <a:spcAft>
                  <a:spcPts val="0"/>
                </a:spcAft>
                <a:buClr>
                  <a:srgbClr val="000000"/>
                </a:buClr>
                <a:buSzPts val="1177"/>
                <a:buFont typeface="Arial"/>
                <a:buNone/>
              </a:pPr>
              <a:r>
                <a:rPr lang="en-GB" sz="1177" dirty="0"/>
                <a:t>+56 9 98788280</a:t>
              </a:r>
            </a:p>
            <a:p>
              <a:pPr marL="0" marR="0" lvl="0" indent="0" algn="l" rtl="0">
                <a:lnSpc>
                  <a:spcPct val="100000"/>
                </a:lnSpc>
                <a:spcBef>
                  <a:spcPts val="661"/>
                </a:spcBef>
                <a:spcAft>
                  <a:spcPts val="0"/>
                </a:spcAft>
                <a:buClr>
                  <a:srgbClr val="000000"/>
                </a:buClr>
                <a:buSzPts val="1177"/>
                <a:buFont typeface="Arial"/>
                <a:buNone/>
              </a:pPr>
              <a:r>
                <a:rPr lang="en-GB" sz="1177" dirty="0"/>
                <a:t>Javier.r.reyes@pwc.com</a:t>
              </a:r>
            </a:p>
            <a:p>
              <a:pPr marL="0" marR="0" lvl="0" indent="0" algn="l" rtl="0">
                <a:lnSpc>
                  <a:spcPct val="100000"/>
                </a:lnSpc>
                <a:spcBef>
                  <a:spcPts val="661"/>
                </a:spcBef>
                <a:spcAft>
                  <a:spcPts val="0"/>
                </a:spcAft>
                <a:buClr>
                  <a:srgbClr val="000000"/>
                </a:buClr>
                <a:buSzPts val="1177"/>
                <a:buFont typeface="Arial"/>
                <a:buNone/>
              </a:pPr>
              <a:endParaRPr sz="1400" b="0" i="0" u="none" strike="noStrike" cap="none" dirty="0">
                <a:solidFill>
                  <a:srgbClr val="000000"/>
                </a:solidFill>
                <a:latin typeface="Arial"/>
                <a:ea typeface="Arial"/>
                <a:cs typeface="Arial"/>
                <a:sym typeface="Arial"/>
              </a:endParaRPr>
            </a:p>
          </p:txBody>
        </p:sp>
        <p:sp>
          <p:nvSpPr>
            <p:cNvPr id="381" name="Google Shape;381;g1e85a8a9a7d_0_0">
              <a:extLst>
                <a:ext uri="{FF2B5EF4-FFF2-40B4-BE49-F238E27FC236}">
                  <a16:creationId xmlns:a16="http://schemas.microsoft.com/office/drawing/2014/main" id="{641548A5-44AF-2CCE-3CE5-AA62749E47A4}"/>
                </a:ext>
              </a:extLst>
            </p:cNvPr>
            <p:cNvSpPr/>
            <p:nvPr/>
          </p:nvSpPr>
          <p:spPr>
            <a:xfrm>
              <a:off x="244321" y="5775390"/>
              <a:ext cx="235196" cy="116650"/>
            </a:xfrm>
            <a:custGeom>
              <a:avLst/>
              <a:gdLst/>
              <a:ahLst/>
              <a:cxnLst/>
              <a:rect l="l" t="t" r="r" b="b"/>
              <a:pathLst>
                <a:path w="2318" h="1638" extrusionOk="0">
                  <a:moveTo>
                    <a:pt x="2248" y="0"/>
                  </a:moveTo>
                  <a:lnTo>
                    <a:pt x="70" y="0"/>
                  </a:lnTo>
                  <a:lnTo>
                    <a:pt x="70" y="0"/>
                  </a:lnTo>
                  <a:lnTo>
                    <a:pt x="56" y="2"/>
                  </a:lnTo>
                  <a:lnTo>
                    <a:pt x="44" y="6"/>
                  </a:lnTo>
                  <a:lnTo>
                    <a:pt x="32" y="12"/>
                  </a:lnTo>
                  <a:lnTo>
                    <a:pt x="20" y="20"/>
                  </a:lnTo>
                  <a:lnTo>
                    <a:pt x="12" y="30"/>
                  </a:lnTo>
                  <a:lnTo>
                    <a:pt x="6" y="44"/>
                  </a:lnTo>
                  <a:lnTo>
                    <a:pt x="2" y="56"/>
                  </a:lnTo>
                  <a:lnTo>
                    <a:pt x="0" y="70"/>
                  </a:lnTo>
                  <a:lnTo>
                    <a:pt x="0" y="100"/>
                  </a:lnTo>
                  <a:lnTo>
                    <a:pt x="0" y="1566"/>
                  </a:lnTo>
                  <a:lnTo>
                    <a:pt x="0" y="1566"/>
                  </a:lnTo>
                  <a:lnTo>
                    <a:pt x="0" y="1568"/>
                  </a:lnTo>
                  <a:lnTo>
                    <a:pt x="0" y="1568"/>
                  </a:lnTo>
                  <a:lnTo>
                    <a:pt x="2" y="1580"/>
                  </a:lnTo>
                  <a:lnTo>
                    <a:pt x="4" y="1592"/>
                  </a:lnTo>
                  <a:lnTo>
                    <a:pt x="4" y="1592"/>
                  </a:lnTo>
                  <a:lnTo>
                    <a:pt x="6" y="1594"/>
                  </a:lnTo>
                  <a:lnTo>
                    <a:pt x="6" y="1594"/>
                  </a:lnTo>
                  <a:lnTo>
                    <a:pt x="8" y="1598"/>
                  </a:lnTo>
                  <a:lnTo>
                    <a:pt x="8" y="1598"/>
                  </a:lnTo>
                  <a:lnTo>
                    <a:pt x="14" y="1606"/>
                  </a:lnTo>
                  <a:lnTo>
                    <a:pt x="18" y="1614"/>
                  </a:lnTo>
                  <a:lnTo>
                    <a:pt x="18" y="1614"/>
                  </a:lnTo>
                  <a:lnTo>
                    <a:pt x="24" y="1620"/>
                  </a:lnTo>
                  <a:lnTo>
                    <a:pt x="24" y="1620"/>
                  </a:lnTo>
                  <a:lnTo>
                    <a:pt x="38" y="1630"/>
                  </a:lnTo>
                  <a:lnTo>
                    <a:pt x="38" y="1630"/>
                  </a:lnTo>
                  <a:lnTo>
                    <a:pt x="46" y="1632"/>
                  </a:lnTo>
                  <a:lnTo>
                    <a:pt x="46" y="1632"/>
                  </a:lnTo>
                  <a:lnTo>
                    <a:pt x="58" y="1636"/>
                  </a:lnTo>
                  <a:lnTo>
                    <a:pt x="70" y="1638"/>
                  </a:lnTo>
                  <a:lnTo>
                    <a:pt x="2248" y="1638"/>
                  </a:lnTo>
                  <a:lnTo>
                    <a:pt x="2248" y="1638"/>
                  </a:lnTo>
                  <a:lnTo>
                    <a:pt x="2260" y="1636"/>
                  </a:lnTo>
                  <a:lnTo>
                    <a:pt x="2272" y="1632"/>
                  </a:lnTo>
                  <a:lnTo>
                    <a:pt x="2272" y="1632"/>
                  </a:lnTo>
                  <a:lnTo>
                    <a:pt x="2280" y="1630"/>
                  </a:lnTo>
                  <a:lnTo>
                    <a:pt x="2280" y="1630"/>
                  </a:lnTo>
                  <a:lnTo>
                    <a:pt x="2294" y="1620"/>
                  </a:lnTo>
                  <a:lnTo>
                    <a:pt x="2294" y="1620"/>
                  </a:lnTo>
                  <a:lnTo>
                    <a:pt x="2300" y="1614"/>
                  </a:lnTo>
                  <a:lnTo>
                    <a:pt x="2300" y="1614"/>
                  </a:lnTo>
                  <a:lnTo>
                    <a:pt x="2306" y="1606"/>
                  </a:lnTo>
                  <a:lnTo>
                    <a:pt x="2310" y="1598"/>
                  </a:lnTo>
                  <a:lnTo>
                    <a:pt x="2310" y="1598"/>
                  </a:lnTo>
                  <a:lnTo>
                    <a:pt x="2312" y="1594"/>
                  </a:lnTo>
                  <a:lnTo>
                    <a:pt x="2312" y="1594"/>
                  </a:lnTo>
                  <a:lnTo>
                    <a:pt x="2314" y="1592"/>
                  </a:lnTo>
                  <a:lnTo>
                    <a:pt x="2314" y="1592"/>
                  </a:lnTo>
                  <a:lnTo>
                    <a:pt x="2316" y="1580"/>
                  </a:lnTo>
                  <a:lnTo>
                    <a:pt x="2318" y="1568"/>
                  </a:lnTo>
                  <a:lnTo>
                    <a:pt x="2318" y="1568"/>
                  </a:lnTo>
                  <a:lnTo>
                    <a:pt x="2318" y="1566"/>
                  </a:lnTo>
                  <a:lnTo>
                    <a:pt x="2318" y="100"/>
                  </a:lnTo>
                  <a:lnTo>
                    <a:pt x="2318" y="70"/>
                  </a:lnTo>
                  <a:lnTo>
                    <a:pt x="2318" y="70"/>
                  </a:lnTo>
                  <a:lnTo>
                    <a:pt x="2316" y="56"/>
                  </a:lnTo>
                  <a:lnTo>
                    <a:pt x="2312" y="44"/>
                  </a:lnTo>
                  <a:lnTo>
                    <a:pt x="2306" y="30"/>
                  </a:lnTo>
                  <a:lnTo>
                    <a:pt x="2298" y="20"/>
                  </a:lnTo>
                  <a:lnTo>
                    <a:pt x="2286" y="12"/>
                  </a:lnTo>
                  <a:lnTo>
                    <a:pt x="2274" y="6"/>
                  </a:lnTo>
                  <a:lnTo>
                    <a:pt x="2262" y="2"/>
                  </a:lnTo>
                  <a:lnTo>
                    <a:pt x="2248" y="0"/>
                  </a:lnTo>
                  <a:lnTo>
                    <a:pt x="2248" y="0"/>
                  </a:lnTo>
                  <a:close/>
                  <a:moveTo>
                    <a:pt x="2076" y="142"/>
                  </a:moveTo>
                  <a:lnTo>
                    <a:pt x="1160" y="1060"/>
                  </a:lnTo>
                  <a:lnTo>
                    <a:pt x="242" y="142"/>
                  </a:lnTo>
                  <a:lnTo>
                    <a:pt x="2076" y="142"/>
                  </a:lnTo>
                  <a:close/>
                  <a:moveTo>
                    <a:pt x="142" y="242"/>
                  </a:moveTo>
                  <a:lnTo>
                    <a:pt x="764" y="866"/>
                  </a:lnTo>
                  <a:lnTo>
                    <a:pt x="142" y="1410"/>
                  </a:lnTo>
                  <a:lnTo>
                    <a:pt x="142" y="242"/>
                  </a:lnTo>
                  <a:close/>
                  <a:moveTo>
                    <a:pt x="260" y="1496"/>
                  </a:moveTo>
                  <a:lnTo>
                    <a:pt x="864" y="966"/>
                  </a:lnTo>
                  <a:lnTo>
                    <a:pt x="1160" y="1262"/>
                  </a:lnTo>
                  <a:lnTo>
                    <a:pt x="1454" y="966"/>
                  </a:lnTo>
                  <a:lnTo>
                    <a:pt x="2058" y="1496"/>
                  </a:lnTo>
                  <a:lnTo>
                    <a:pt x="260" y="1496"/>
                  </a:lnTo>
                  <a:close/>
                  <a:moveTo>
                    <a:pt x="2176" y="1410"/>
                  </a:moveTo>
                  <a:lnTo>
                    <a:pt x="1554" y="866"/>
                  </a:lnTo>
                  <a:lnTo>
                    <a:pt x="2176" y="242"/>
                  </a:lnTo>
                  <a:lnTo>
                    <a:pt x="2176" y="1410"/>
                  </a:lnTo>
                  <a:close/>
                </a:path>
              </a:pathLst>
            </a:custGeom>
            <a:solidFill>
              <a:srgbClr val="D04A02"/>
            </a:solidFill>
            <a:ln>
              <a:noFill/>
            </a:ln>
          </p:spPr>
          <p:txBody>
            <a:bodyPr spcFirstLastPara="1" wrap="square" lIns="134375" tIns="67150" rIns="134375" bIns="67150" anchor="t" anchorCtr="0">
              <a:noAutofit/>
            </a:bodyPr>
            <a:lstStyle/>
            <a:p>
              <a:pPr marL="0" marR="0" lvl="0" indent="0" algn="l" rtl="0">
                <a:lnSpc>
                  <a:spcPct val="100000"/>
                </a:lnSpc>
                <a:spcBef>
                  <a:spcPts val="0"/>
                </a:spcBef>
                <a:spcAft>
                  <a:spcPts val="0"/>
                </a:spcAft>
                <a:buClr>
                  <a:srgbClr val="000000"/>
                </a:buClr>
                <a:buSzPts val="2058"/>
                <a:buFont typeface="Arial"/>
                <a:buNone/>
              </a:pPr>
              <a:endParaRPr sz="2058" b="0" i="0" u="none" strike="noStrike" cap="none">
                <a:solidFill>
                  <a:srgbClr val="000000"/>
                </a:solidFill>
                <a:latin typeface="Arial"/>
                <a:ea typeface="Arial"/>
                <a:cs typeface="Arial"/>
                <a:sym typeface="Arial"/>
              </a:endParaRPr>
            </a:p>
          </p:txBody>
        </p:sp>
        <p:sp>
          <p:nvSpPr>
            <p:cNvPr id="382" name="Google Shape;382;g1e85a8a9a7d_0_0">
              <a:extLst>
                <a:ext uri="{FF2B5EF4-FFF2-40B4-BE49-F238E27FC236}">
                  <a16:creationId xmlns:a16="http://schemas.microsoft.com/office/drawing/2014/main" id="{BC3FA6E9-500E-2116-FEE1-13678DB9C333}"/>
                </a:ext>
              </a:extLst>
            </p:cNvPr>
            <p:cNvSpPr/>
            <p:nvPr/>
          </p:nvSpPr>
          <p:spPr>
            <a:xfrm>
              <a:off x="276738" y="5495595"/>
              <a:ext cx="170362" cy="183004"/>
            </a:xfrm>
            <a:custGeom>
              <a:avLst/>
              <a:gdLst/>
              <a:ahLst/>
              <a:cxnLst/>
              <a:rect l="l" t="t" r="r" b="b"/>
              <a:pathLst>
                <a:path w="1506" h="2552" extrusionOk="0">
                  <a:moveTo>
                    <a:pt x="1318" y="0"/>
                  </a:moveTo>
                  <a:lnTo>
                    <a:pt x="186" y="0"/>
                  </a:lnTo>
                  <a:lnTo>
                    <a:pt x="186" y="0"/>
                  </a:lnTo>
                  <a:lnTo>
                    <a:pt x="168" y="0"/>
                  </a:lnTo>
                  <a:lnTo>
                    <a:pt x="148" y="4"/>
                  </a:lnTo>
                  <a:lnTo>
                    <a:pt x="130" y="8"/>
                  </a:lnTo>
                  <a:lnTo>
                    <a:pt x="114" y="14"/>
                  </a:lnTo>
                  <a:lnTo>
                    <a:pt x="98" y="22"/>
                  </a:lnTo>
                  <a:lnTo>
                    <a:pt x="82" y="32"/>
                  </a:lnTo>
                  <a:lnTo>
                    <a:pt x="68" y="42"/>
                  </a:lnTo>
                  <a:lnTo>
                    <a:pt x="54" y="54"/>
                  </a:lnTo>
                  <a:lnTo>
                    <a:pt x="42" y="68"/>
                  </a:lnTo>
                  <a:lnTo>
                    <a:pt x="32" y="82"/>
                  </a:lnTo>
                  <a:lnTo>
                    <a:pt x="22" y="98"/>
                  </a:lnTo>
                  <a:lnTo>
                    <a:pt x="14" y="114"/>
                  </a:lnTo>
                  <a:lnTo>
                    <a:pt x="8" y="132"/>
                  </a:lnTo>
                  <a:lnTo>
                    <a:pt x="2" y="150"/>
                  </a:lnTo>
                  <a:lnTo>
                    <a:pt x="0" y="168"/>
                  </a:lnTo>
                  <a:lnTo>
                    <a:pt x="0" y="188"/>
                  </a:lnTo>
                  <a:lnTo>
                    <a:pt x="0" y="2364"/>
                  </a:lnTo>
                  <a:lnTo>
                    <a:pt x="0" y="2364"/>
                  </a:lnTo>
                  <a:lnTo>
                    <a:pt x="0" y="2384"/>
                  </a:lnTo>
                  <a:lnTo>
                    <a:pt x="2" y="2402"/>
                  </a:lnTo>
                  <a:lnTo>
                    <a:pt x="8" y="2420"/>
                  </a:lnTo>
                  <a:lnTo>
                    <a:pt x="14" y="2438"/>
                  </a:lnTo>
                  <a:lnTo>
                    <a:pt x="22" y="2454"/>
                  </a:lnTo>
                  <a:lnTo>
                    <a:pt x="32" y="2470"/>
                  </a:lnTo>
                  <a:lnTo>
                    <a:pt x="42" y="2484"/>
                  </a:lnTo>
                  <a:lnTo>
                    <a:pt x="54" y="2496"/>
                  </a:lnTo>
                  <a:lnTo>
                    <a:pt x="68" y="2508"/>
                  </a:lnTo>
                  <a:lnTo>
                    <a:pt x="82" y="2520"/>
                  </a:lnTo>
                  <a:lnTo>
                    <a:pt x="98" y="2530"/>
                  </a:lnTo>
                  <a:lnTo>
                    <a:pt x="114" y="2536"/>
                  </a:lnTo>
                  <a:lnTo>
                    <a:pt x="130" y="2544"/>
                  </a:lnTo>
                  <a:lnTo>
                    <a:pt x="148" y="2548"/>
                  </a:lnTo>
                  <a:lnTo>
                    <a:pt x="168" y="2550"/>
                  </a:lnTo>
                  <a:lnTo>
                    <a:pt x="186" y="2552"/>
                  </a:lnTo>
                  <a:lnTo>
                    <a:pt x="1318" y="2552"/>
                  </a:lnTo>
                  <a:lnTo>
                    <a:pt x="1318" y="2552"/>
                  </a:lnTo>
                  <a:lnTo>
                    <a:pt x="1338" y="2550"/>
                  </a:lnTo>
                  <a:lnTo>
                    <a:pt x="1356" y="2548"/>
                  </a:lnTo>
                  <a:lnTo>
                    <a:pt x="1374" y="2544"/>
                  </a:lnTo>
                  <a:lnTo>
                    <a:pt x="1392" y="2536"/>
                  </a:lnTo>
                  <a:lnTo>
                    <a:pt x="1408" y="2530"/>
                  </a:lnTo>
                  <a:lnTo>
                    <a:pt x="1424" y="2520"/>
                  </a:lnTo>
                  <a:lnTo>
                    <a:pt x="1438" y="2508"/>
                  </a:lnTo>
                  <a:lnTo>
                    <a:pt x="1452" y="2496"/>
                  </a:lnTo>
                  <a:lnTo>
                    <a:pt x="1464" y="2484"/>
                  </a:lnTo>
                  <a:lnTo>
                    <a:pt x="1474" y="2470"/>
                  </a:lnTo>
                  <a:lnTo>
                    <a:pt x="1484" y="2454"/>
                  </a:lnTo>
                  <a:lnTo>
                    <a:pt x="1492" y="2438"/>
                  </a:lnTo>
                  <a:lnTo>
                    <a:pt x="1498" y="2420"/>
                  </a:lnTo>
                  <a:lnTo>
                    <a:pt x="1502" y="2402"/>
                  </a:lnTo>
                  <a:lnTo>
                    <a:pt x="1506" y="2384"/>
                  </a:lnTo>
                  <a:lnTo>
                    <a:pt x="1506" y="2364"/>
                  </a:lnTo>
                  <a:lnTo>
                    <a:pt x="1506" y="188"/>
                  </a:lnTo>
                  <a:lnTo>
                    <a:pt x="1506" y="188"/>
                  </a:lnTo>
                  <a:lnTo>
                    <a:pt x="1506" y="168"/>
                  </a:lnTo>
                  <a:lnTo>
                    <a:pt x="1502" y="150"/>
                  </a:lnTo>
                  <a:lnTo>
                    <a:pt x="1498" y="132"/>
                  </a:lnTo>
                  <a:lnTo>
                    <a:pt x="1492" y="114"/>
                  </a:lnTo>
                  <a:lnTo>
                    <a:pt x="1484" y="98"/>
                  </a:lnTo>
                  <a:lnTo>
                    <a:pt x="1474" y="82"/>
                  </a:lnTo>
                  <a:lnTo>
                    <a:pt x="1464" y="68"/>
                  </a:lnTo>
                  <a:lnTo>
                    <a:pt x="1452" y="54"/>
                  </a:lnTo>
                  <a:lnTo>
                    <a:pt x="1438" y="42"/>
                  </a:lnTo>
                  <a:lnTo>
                    <a:pt x="1424" y="32"/>
                  </a:lnTo>
                  <a:lnTo>
                    <a:pt x="1408" y="22"/>
                  </a:lnTo>
                  <a:lnTo>
                    <a:pt x="1392" y="14"/>
                  </a:lnTo>
                  <a:lnTo>
                    <a:pt x="1374" y="8"/>
                  </a:lnTo>
                  <a:lnTo>
                    <a:pt x="1356" y="4"/>
                  </a:lnTo>
                  <a:lnTo>
                    <a:pt x="1338" y="0"/>
                  </a:lnTo>
                  <a:lnTo>
                    <a:pt x="1318" y="0"/>
                  </a:lnTo>
                  <a:lnTo>
                    <a:pt x="1318" y="0"/>
                  </a:lnTo>
                  <a:close/>
                  <a:moveTo>
                    <a:pt x="626" y="180"/>
                  </a:moveTo>
                  <a:lnTo>
                    <a:pt x="878" y="180"/>
                  </a:lnTo>
                  <a:lnTo>
                    <a:pt x="878" y="180"/>
                  </a:lnTo>
                  <a:lnTo>
                    <a:pt x="888" y="182"/>
                  </a:lnTo>
                  <a:lnTo>
                    <a:pt x="898" y="186"/>
                  </a:lnTo>
                  <a:lnTo>
                    <a:pt x="908" y="190"/>
                  </a:lnTo>
                  <a:lnTo>
                    <a:pt x="916" y="196"/>
                  </a:lnTo>
                  <a:lnTo>
                    <a:pt x="922" y="204"/>
                  </a:lnTo>
                  <a:lnTo>
                    <a:pt x="928" y="214"/>
                  </a:lnTo>
                  <a:lnTo>
                    <a:pt x="930" y="224"/>
                  </a:lnTo>
                  <a:lnTo>
                    <a:pt x="932" y="234"/>
                  </a:lnTo>
                  <a:lnTo>
                    <a:pt x="932" y="234"/>
                  </a:lnTo>
                  <a:lnTo>
                    <a:pt x="930" y="246"/>
                  </a:lnTo>
                  <a:lnTo>
                    <a:pt x="928" y="256"/>
                  </a:lnTo>
                  <a:lnTo>
                    <a:pt x="922" y="264"/>
                  </a:lnTo>
                  <a:lnTo>
                    <a:pt x="916" y="272"/>
                  </a:lnTo>
                  <a:lnTo>
                    <a:pt x="908" y="278"/>
                  </a:lnTo>
                  <a:lnTo>
                    <a:pt x="898" y="284"/>
                  </a:lnTo>
                  <a:lnTo>
                    <a:pt x="888" y="286"/>
                  </a:lnTo>
                  <a:lnTo>
                    <a:pt x="878" y="288"/>
                  </a:lnTo>
                  <a:lnTo>
                    <a:pt x="626" y="288"/>
                  </a:lnTo>
                  <a:lnTo>
                    <a:pt x="626" y="288"/>
                  </a:lnTo>
                  <a:lnTo>
                    <a:pt x="616" y="286"/>
                  </a:lnTo>
                  <a:lnTo>
                    <a:pt x="606" y="284"/>
                  </a:lnTo>
                  <a:lnTo>
                    <a:pt x="596" y="278"/>
                  </a:lnTo>
                  <a:lnTo>
                    <a:pt x="590" y="272"/>
                  </a:lnTo>
                  <a:lnTo>
                    <a:pt x="582" y="264"/>
                  </a:lnTo>
                  <a:lnTo>
                    <a:pt x="578" y="256"/>
                  </a:lnTo>
                  <a:lnTo>
                    <a:pt x="574" y="246"/>
                  </a:lnTo>
                  <a:lnTo>
                    <a:pt x="574" y="234"/>
                  </a:lnTo>
                  <a:lnTo>
                    <a:pt x="574" y="234"/>
                  </a:lnTo>
                  <a:lnTo>
                    <a:pt x="574" y="224"/>
                  </a:lnTo>
                  <a:lnTo>
                    <a:pt x="578" y="214"/>
                  </a:lnTo>
                  <a:lnTo>
                    <a:pt x="582" y="204"/>
                  </a:lnTo>
                  <a:lnTo>
                    <a:pt x="590" y="196"/>
                  </a:lnTo>
                  <a:lnTo>
                    <a:pt x="596" y="190"/>
                  </a:lnTo>
                  <a:lnTo>
                    <a:pt x="606" y="186"/>
                  </a:lnTo>
                  <a:lnTo>
                    <a:pt x="616" y="182"/>
                  </a:lnTo>
                  <a:lnTo>
                    <a:pt x="626" y="180"/>
                  </a:lnTo>
                  <a:lnTo>
                    <a:pt x="626" y="180"/>
                  </a:lnTo>
                  <a:close/>
                  <a:moveTo>
                    <a:pt x="752" y="2430"/>
                  </a:moveTo>
                  <a:lnTo>
                    <a:pt x="752" y="2430"/>
                  </a:lnTo>
                  <a:lnTo>
                    <a:pt x="740" y="2428"/>
                  </a:lnTo>
                  <a:lnTo>
                    <a:pt x="728" y="2428"/>
                  </a:lnTo>
                  <a:lnTo>
                    <a:pt x="716" y="2424"/>
                  </a:lnTo>
                  <a:lnTo>
                    <a:pt x="704" y="2420"/>
                  </a:lnTo>
                  <a:lnTo>
                    <a:pt x="682" y="2408"/>
                  </a:lnTo>
                  <a:lnTo>
                    <a:pt x="664" y="2392"/>
                  </a:lnTo>
                  <a:lnTo>
                    <a:pt x="648" y="2374"/>
                  </a:lnTo>
                  <a:lnTo>
                    <a:pt x="636" y="2352"/>
                  </a:lnTo>
                  <a:lnTo>
                    <a:pt x="632" y="2342"/>
                  </a:lnTo>
                  <a:lnTo>
                    <a:pt x="630" y="2330"/>
                  </a:lnTo>
                  <a:lnTo>
                    <a:pt x="628" y="2316"/>
                  </a:lnTo>
                  <a:lnTo>
                    <a:pt x="626" y="2304"/>
                  </a:lnTo>
                  <a:lnTo>
                    <a:pt x="626" y="2304"/>
                  </a:lnTo>
                  <a:lnTo>
                    <a:pt x="628" y="2292"/>
                  </a:lnTo>
                  <a:lnTo>
                    <a:pt x="630" y="2278"/>
                  </a:lnTo>
                  <a:lnTo>
                    <a:pt x="632" y="2266"/>
                  </a:lnTo>
                  <a:lnTo>
                    <a:pt x="636" y="2256"/>
                  </a:lnTo>
                  <a:lnTo>
                    <a:pt x="648" y="2234"/>
                  </a:lnTo>
                  <a:lnTo>
                    <a:pt x="664" y="2216"/>
                  </a:lnTo>
                  <a:lnTo>
                    <a:pt x="682" y="2200"/>
                  </a:lnTo>
                  <a:lnTo>
                    <a:pt x="704" y="2188"/>
                  </a:lnTo>
                  <a:lnTo>
                    <a:pt x="716" y="2184"/>
                  </a:lnTo>
                  <a:lnTo>
                    <a:pt x="728" y="2182"/>
                  </a:lnTo>
                  <a:lnTo>
                    <a:pt x="740" y="2180"/>
                  </a:lnTo>
                  <a:lnTo>
                    <a:pt x="752" y="2178"/>
                  </a:lnTo>
                  <a:lnTo>
                    <a:pt x="752" y="2178"/>
                  </a:lnTo>
                  <a:lnTo>
                    <a:pt x="766" y="2180"/>
                  </a:lnTo>
                  <a:lnTo>
                    <a:pt x="778" y="2182"/>
                  </a:lnTo>
                  <a:lnTo>
                    <a:pt x="790" y="2184"/>
                  </a:lnTo>
                  <a:lnTo>
                    <a:pt x="802" y="2188"/>
                  </a:lnTo>
                  <a:lnTo>
                    <a:pt x="822" y="2200"/>
                  </a:lnTo>
                  <a:lnTo>
                    <a:pt x="842" y="2216"/>
                  </a:lnTo>
                  <a:lnTo>
                    <a:pt x="856" y="2234"/>
                  </a:lnTo>
                  <a:lnTo>
                    <a:pt x="868" y="2256"/>
                  </a:lnTo>
                  <a:lnTo>
                    <a:pt x="872" y="2266"/>
                  </a:lnTo>
                  <a:lnTo>
                    <a:pt x="876" y="2278"/>
                  </a:lnTo>
                  <a:lnTo>
                    <a:pt x="878" y="2292"/>
                  </a:lnTo>
                  <a:lnTo>
                    <a:pt x="878" y="2304"/>
                  </a:lnTo>
                  <a:lnTo>
                    <a:pt x="878" y="2304"/>
                  </a:lnTo>
                  <a:lnTo>
                    <a:pt x="878" y="2316"/>
                  </a:lnTo>
                  <a:lnTo>
                    <a:pt x="876" y="2330"/>
                  </a:lnTo>
                  <a:lnTo>
                    <a:pt x="872" y="2342"/>
                  </a:lnTo>
                  <a:lnTo>
                    <a:pt x="868" y="2352"/>
                  </a:lnTo>
                  <a:lnTo>
                    <a:pt x="856" y="2374"/>
                  </a:lnTo>
                  <a:lnTo>
                    <a:pt x="842" y="2392"/>
                  </a:lnTo>
                  <a:lnTo>
                    <a:pt x="822" y="2408"/>
                  </a:lnTo>
                  <a:lnTo>
                    <a:pt x="802" y="2420"/>
                  </a:lnTo>
                  <a:lnTo>
                    <a:pt x="790" y="2424"/>
                  </a:lnTo>
                  <a:lnTo>
                    <a:pt x="778" y="2428"/>
                  </a:lnTo>
                  <a:lnTo>
                    <a:pt x="766" y="2428"/>
                  </a:lnTo>
                  <a:lnTo>
                    <a:pt x="752" y="2430"/>
                  </a:lnTo>
                  <a:lnTo>
                    <a:pt x="752" y="2430"/>
                  </a:lnTo>
                  <a:close/>
                  <a:moveTo>
                    <a:pt x="1312" y="2066"/>
                  </a:moveTo>
                  <a:lnTo>
                    <a:pt x="194" y="2066"/>
                  </a:lnTo>
                  <a:lnTo>
                    <a:pt x="194" y="398"/>
                  </a:lnTo>
                  <a:lnTo>
                    <a:pt x="1312" y="398"/>
                  </a:lnTo>
                  <a:lnTo>
                    <a:pt x="1312" y="2066"/>
                  </a:lnTo>
                  <a:close/>
                </a:path>
              </a:pathLst>
            </a:custGeom>
            <a:solidFill>
              <a:srgbClr val="D04A02"/>
            </a:solidFill>
            <a:ln>
              <a:noFill/>
            </a:ln>
          </p:spPr>
          <p:txBody>
            <a:bodyPr spcFirstLastPara="1" wrap="square" lIns="134375" tIns="67150" rIns="134375" bIns="67150" anchor="t" anchorCtr="0">
              <a:noAutofit/>
            </a:bodyPr>
            <a:lstStyle/>
            <a:p>
              <a:pPr marL="0" marR="0" lvl="0" indent="0" algn="l" rtl="0">
                <a:lnSpc>
                  <a:spcPct val="100000"/>
                </a:lnSpc>
                <a:spcBef>
                  <a:spcPts val="0"/>
                </a:spcBef>
                <a:spcAft>
                  <a:spcPts val="0"/>
                </a:spcAft>
                <a:buClr>
                  <a:srgbClr val="000000"/>
                </a:buClr>
                <a:buSzPts val="2058"/>
                <a:buFont typeface="Arial"/>
                <a:buNone/>
              </a:pPr>
              <a:endParaRPr sz="2058" b="0" i="0" u="none" strike="noStrike" cap="none">
                <a:solidFill>
                  <a:srgbClr val="000000"/>
                </a:solidFill>
                <a:latin typeface="Arial"/>
                <a:ea typeface="Arial"/>
                <a:cs typeface="Arial"/>
                <a:sym typeface="Arial"/>
              </a:endParaRPr>
            </a:p>
          </p:txBody>
        </p:sp>
      </p:grpSp>
      <p:pic>
        <p:nvPicPr>
          <p:cNvPr id="384" name="Google Shape;384;g1e85a8a9a7d_0_0">
            <a:extLst>
              <a:ext uri="{FF2B5EF4-FFF2-40B4-BE49-F238E27FC236}">
                <a16:creationId xmlns:a16="http://schemas.microsoft.com/office/drawing/2014/main" id="{8159A629-9CC4-B236-C1FB-B3A47BB682EC}"/>
              </a:ext>
            </a:extLst>
          </p:cNvPr>
          <p:cNvPicPr preferRelativeResize="0"/>
          <p:nvPr/>
        </p:nvPicPr>
        <p:blipFill rotWithShape="1">
          <a:blip r:embed="rId3">
            <a:alphaModFix/>
          </a:blip>
          <a:srcRect l="48138" b="34115"/>
          <a:stretch/>
        </p:blipFill>
        <p:spPr>
          <a:xfrm rot="10800000">
            <a:off x="10660002" y="-9900"/>
            <a:ext cx="1539698" cy="409825"/>
          </a:xfrm>
          <a:prstGeom prst="rect">
            <a:avLst/>
          </a:prstGeom>
          <a:noFill/>
          <a:ln>
            <a:noFill/>
          </a:ln>
        </p:spPr>
      </p:pic>
      <p:sp>
        <p:nvSpPr>
          <p:cNvPr id="385" name="Google Shape;385;g1e85a8a9a7d_0_0">
            <a:extLst>
              <a:ext uri="{FF2B5EF4-FFF2-40B4-BE49-F238E27FC236}">
                <a16:creationId xmlns:a16="http://schemas.microsoft.com/office/drawing/2014/main" id="{410D1BA5-04BA-3497-F72C-89D25A4210B0}"/>
              </a:ext>
            </a:extLst>
          </p:cNvPr>
          <p:cNvSpPr/>
          <p:nvPr/>
        </p:nvSpPr>
        <p:spPr>
          <a:xfrm>
            <a:off x="156600" y="1942250"/>
            <a:ext cx="3240000" cy="3807000"/>
          </a:xfrm>
          <a:prstGeom prst="roundRect">
            <a:avLst>
              <a:gd name="adj" fmla="val 1529"/>
            </a:avLst>
          </a:prstGeom>
          <a:solidFill>
            <a:srgbClr val="7D7D7D"/>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GB" sz="1000" b="1" i="0" u="none" strike="noStrike" cap="none" dirty="0">
                <a:solidFill>
                  <a:schemeClr val="lt1"/>
                </a:solidFill>
                <a:latin typeface="Arial"/>
                <a:ea typeface="Arial"/>
                <a:cs typeface="Arial"/>
                <a:sym typeface="Arial"/>
              </a:rPr>
              <a:t>Areas of expertise</a:t>
            </a:r>
          </a:p>
          <a:p>
            <a:pPr marL="0" marR="0" lvl="0" indent="0" algn="l" rtl="0">
              <a:lnSpc>
                <a:spcPct val="100000"/>
              </a:lnSpc>
              <a:spcBef>
                <a:spcPts val="0"/>
              </a:spcBef>
              <a:spcAft>
                <a:spcPts val="0"/>
              </a:spcAft>
              <a:buClr>
                <a:schemeClr val="dk1"/>
              </a:buClr>
              <a:buSzPts val="1100"/>
              <a:buFont typeface="Arial"/>
              <a:buNone/>
            </a:pPr>
            <a:endParaRPr lang="es-CL" sz="900" dirty="0">
              <a:solidFill>
                <a:srgbClr val="FFFFFF"/>
              </a:solidFill>
              <a:latin typeface="+mj-lt"/>
            </a:endParaRP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dirty="0" err="1">
                <a:solidFill>
                  <a:schemeClr val="bg1"/>
                </a:solidFill>
                <a:latin typeface="+mn-lt"/>
              </a:rPr>
              <a:t>Backend</a:t>
            </a:r>
            <a:r>
              <a:rPr lang="es-CL" sz="900" dirty="0">
                <a:solidFill>
                  <a:schemeClr val="bg1"/>
                </a:solidFill>
                <a:latin typeface="+mn-lt"/>
              </a:rPr>
              <a:t> </a:t>
            </a:r>
            <a:r>
              <a:rPr lang="es-CL" sz="900" dirty="0" err="1">
                <a:solidFill>
                  <a:schemeClr val="bg1"/>
                </a:solidFill>
                <a:latin typeface="+mn-lt"/>
              </a:rPr>
              <a:t>Development</a:t>
            </a:r>
            <a:r>
              <a:rPr lang="es-CL" sz="900" dirty="0">
                <a:solidFill>
                  <a:schemeClr val="bg1"/>
                </a:solidFill>
                <a:latin typeface="+mn-lt"/>
              </a:rPr>
              <a:t> (Python, Ruby </a:t>
            </a:r>
            <a:r>
              <a:rPr lang="es-CL" sz="900" dirty="0" err="1">
                <a:solidFill>
                  <a:schemeClr val="bg1"/>
                </a:solidFill>
                <a:latin typeface="+mn-lt"/>
              </a:rPr>
              <a:t>on</a:t>
            </a:r>
            <a:r>
              <a:rPr lang="es-CL" sz="900" dirty="0">
                <a:solidFill>
                  <a:schemeClr val="bg1"/>
                </a:solidFill>
                <a:latin typeface="+mn-lt"/>
              </a:rPr>
              <a:t> </a:t>
            </a:r>
            <a:r>
              <a:rPr lang="es-CL" sz="900" dirty="0" err="1">
                <a:solidFill>
                  <a:schemeClr val="bg1"/>
                </a:solidFill>
                <a:latin typeface="+mn-lt"/>
              </a:rPr>
              <a:t>Rails</a:t>
            </a:r>
            <a:r>
              <a:rPr lang="es-CL" sz="900" dirty="0">
                <a:solidFill>
                  <a:schemeClr val="bg1"/>
                </a:solidFill>
                <a:latin typeface="+mn-lt"/>
              </a:rPr>
              <a:t>)</a:t>
            </a: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dirty="0" err="1">
                <a:solidFill>
                  <a:schemeClr val="bg1"/>
                </a:solidFill>
                <a:latin typeface="+mn-lt"/>
              </a:rPr>
              <a:t>Process</a:t>
            </a:r>
            <a:r>
              <a:rPr lang="es-CL" sz="900" dirty="0">
                <a:solidFill>
                  <a:schemeClr val="bg1"/>
                </a:solidFill>
                <a:latin typeface="+mn-lt"/>
              </a:rPr>
              <a:t> </a:t>
            </a:r>
            <a:r>
              <a:rPr lang="es-CL" sz="900" dirty="0" err="1">
                <a:solidFill>
                  <a:schemeClr val="bg1"/>
                </a:solidFill>
                <a:latin typeface="+mn-lt"/>
              </a:rPr>
              <a:t>Automation</a:t>
            </a:r>
            <a:endParaRPr lang="es-CL" sz="900" dirty="0">
              <a:solidFill>
                <a:schemeClr val="bg1"/>
              </a:solidFill>
              <a:latin typeface="+mn-lt"/>
            </a:endParaRP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dirty="0">
                <a:solidFill>
                  <a:schemeClr val="bg1"/>
                </a:solidFill>
                <a:latin typeface="+mn-lt"/>
              </a:rPr>
              <a:t>Data </a:t>
            </a:r>
            <a:r>
              <a:rPr lang="es-CL" sz="900" dirty="0" err="1">
                <a:solidFill>
                  <a:schemeClr val="bg1"/>
                </a:solidFill>
                <a:latin typeface="+mn-lt"/>
              </a:rPr>
              <a:t>Analysis</a:t>
            </a:r>
            <a:r>
              <a:rPr lang="es-CL" sz="900" dirty="0">
                <a:solidFill>
                  <a:schemeClr val="bg1"/>
                </a:solidFill>
                <a:latin typeface="+mn-lt"/>
              </a:rPr>
              <a:t> (SQL, PostgreSQL, MySQL)</a:t>
            </a: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dirty="0">
                <a:solidFill>
                  <a:schemeClr val="bg1"/>
                </a:solidFill>
                <a:latin typeface="+mn-lt"/>
              </a:rPr>
              <a:t>Data </a:t>
            </a:r>
            <a:r>
              <a:rPr lang="es-CL" sz="900" dirty="0" err="1">
                <a:solidFill>
                  <a:schemeClr val="bg1"/>
                </a:solidFill>
                <a:latin typeface="+mn-lt"/>
              </a:rPr>
              <a:t>Scraping</a:t>
            </a:r>
            <a:r>
              <a:rPr lang="es-CL" sz="900" dirty="0">
                <a:solidFill>
                  <a:schemeClr val="bg1"/>
                </a:solidFill>
                <a:latin typeface="+mn-lt"/>
              </a:rPr>
              <a:t> and </a:t>
            </a:r>
            <a:r>
              <a:rPr lang="es-CL" sz="900" dirty="0" err="1">
                <a:solidFill>
                  <a:schemeClr val="bg1"/>
                </a:solidFill>
                <a:latin typeface="+mn-lt"/>
              </a:rPr>
              <a:t>System</a:t>
            </a:r>
            <a:r>
              <a:rPr lang="es-CL" sz="900" dirty="0">
                <a:solidFill>
                  <a:schemeClr val="bg1"/>
                </a:solidFill>
                <a:latin typeface="+mn-lt"/>
              </a:rPr>
              <a:t> </a:t>
            </a:r>
            <a:r>
              <a:rPr lang="es-CL" sz="900" dirty="0" err="1">
                <a:solidFill>
                  <a:schemeClr val="bg1"/>
                </a:solidFill>
                <a:latin typeface="+mn-lt"/>
              </a:rPr>
              <a:t>Optimization</a:t>
            </a:r>
            <a:endParaRPr lang="es-CL" sz="900" dirty="0">
              <a:solidFill>
                <a:schemeClr val="bg1"/>
              </a:solidFill>
              <a:latin typeface="+mn-lt"/>
            </a:endParaRPr>
          </a:p>
          <a:p>
            <a:pPr marL="171450" marR="0" lvl="0" indent="-171450" algn="l" rtl="0">
              <a:lnSpc>
                <a:spcPct val="100000"/>
              </a:lnSpc>
              <a:spcBef>
                <a:spcPts val="0"/>
              </a:spcBef>
              <a:spcAft>
                <a:spcPts val="0"/>
              </a:spcAft>
              <a:buClr>
                <a:schemeClr val="bg1"/>
              </a:buClr>
              <a:buFont typeface="Arial" panose="020B0604020202020204" pitchFamily="34" charset="0"/>
              <a:buChar char="•"/>
            </a:pPr>
            <a:r>
              <a:rPr lang="es-CL" sz="900" dirty="0">
                <a:solidFill>
                  <a:schemeClr val="bg1"/>
                </a:solidFill>
                <a:latin typeface="+mn-lt"/>
              </a:rPr>
              <a:t>Agile </a:t>
            </a:r>
            <a:r>
              <a:rPr lang="es-CL" sz="900" dirty="0" err="1">
                <a:solidFill>
                  <a:schemeClr val="bg1"/>
                </a:solidFill>
                <a:latin typeface="+mn-lt"/>
              </a:rPr>
              <a:t>Development</a:t>
            </a:r>
            <a:endParaRPr lang="es-CL" sz="900" b="1" i="0" u="none" strike="noStrike" cap="none" dirty="0">
              <a:solidFill>
                <a:schemeClr val="lt1"/>
              </a:solidFill>
              <a:latin typeface="+mn-lt"/>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lang="es-CL" sz="900" b="1"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GB" sz="1000" b="1" i="0" u="none" strike="noStrike" cap="none" dirty="0">
                <a:solidFill>
                  <a:schemeClr val="lt1"/>
                </a:solidFill>
                <a:latin typeface="Arial"/>
                <a:ea typeface="Arial"/>
                <a:cs typeface="Arial"/>
                <a:sym typeface="Arial"/>
              </a:rPr>
              <a:t>Qualification &amp; Certification</a:t>
            </a:r>
          </a:p>
          <a:p>
            <a:pPr marL="0" marR="0" lvl="0" indent="0" algn="l" rtl="0">
              <a:lnSpc>
                <a:spcPct val="100000"/>
              </a:lnSpc>
              <a:spcBef>
                <a:spcPts val="0"/>
              </a:spcBef>
              <a:spcAft>
                <a:spcPts val="0"/>
              </a:spcAft>
              <a:buClr>
                <a:schemeClr val="dk1"/>
              </a:buClr>
              <a:buSzPts val="1100"/>
              <a:buFont typeface="Arial"/>
              <a:buNone/>
            </a:pPr>
            <a:endParaRPr lang="es-CL" sz="900" b="1" i="0" u="none" strike="noStrike" cap="none" dirty="0">
              <a:solidFill>
                <a:schemeClr val="lt1"/>
              </a:solidFill>
              <a:latin typeface="Arial"/>
              <a:ea typeface="Arial"/>
              <a:cs typeface="Arial"/>
              <a:sym typeface="Arial"/>
            </a:endParaRPr>
          </a:p>
          <a:p>
            <a:pPr marL="171450" marR="0" lvl="0" indent="-171450" algn="l" rtl="0">
              <a:lnSpc>
                <a:spcPct val="100000"/>
              </a:lnSpc>
              <a:spcBef>
                <a:spcPts val="0"/>
              </a:spcBef>
              <a:spcAft>
                <a:spcPts val="0"/>
              </a:spcAft>
              <a:buClr>
                <a:schemeClr val="bg1"/>
              </a:buClr>
              <a:buSzPts val="1100"/>
              <a:buFont typeface="Arial" panose="020B0604020202020204" pitchFamily="34" charset="0"/>
              <a:buChar char="•"/>
            </a:pPr>
            <a:r>
              <a:rPr lang="es-CL" sz="900" b="1" dirty="0">
                <a:solidFill>
                  <a:schemeClr val="bg1"/>
                </a:solidFill>
              </a:rPr>
              <a:t>Ingeniería en Informática</a:t>
            </a:r>
            <a:r>
              <a:rPr lang="es-CL" sz="900" dirty="0">
                <a:solidFill>
                  <a:schemeClr val="bg1"/>
                </a:solidFill>
              </a:rPr>
              <a:t>, Universidad Tecnológica Metropolitana, Santiago, Chile.</a:t>
            </a:r>
          </a:p>
          <a:p>
            <a:pPr marL="171450" marR="0" lvl="0" indent="-171450" algn="l" rtl="0">
              <a:lnSpc>
                <a:spcPct val="100000"/>
              </a:lnSpc>
              <a:spcBef>
                <a:spcPts val="0"/>
              </a:spcBef>
              <a:spcAft>
                <a:spcPts val="0"/>
              </a:spcAft>
              <a:buClr>
                <a:schemeClr val="bg1"/>
              </a:buClr>
              <a:buSzPts val="1100"/>
              <a:buFont typeface="Arial" panose="020B0604020202020204" pitchFamily="34" charset="0"/>
              <a:buChar char="•"/>
            </a:pPr>
            <a:r>
              <a:rPr lang="es-CL" sz="900" b="1" dirty="0">
                <a:solidFill>
                  <a:schemeClr val="bg1"/>
                </a:solidFill>
              </a:rPr>
              <a:t>Licenciado en Ciencias en Ingeniería</a:t>
            </a:r>
            <a:r>
              <a:rPr lang="es-CL" sz="900" dirty="0">
                <a:solidFill>
                  <a:schemeClr val="bg1"/>
                </a:solidFill>
              </a:rPr>
              <a:t>, Universidad Tecnológica Metropolitana, Santiago, Chile.</a:t>
            </a:r>
            <a:endParaRPr lang="es-CL" sz="900" b="1" dirty="0">
              <a:solidFill>
                <a:schemeClr val="bg1"/>
              </a:solidFill>
            </a:endParaRPr>
          </a:p>
          <a:p>
            <a:pPr marL="171450" marR="0" lvl="0" indent="-171450" algn="l" rtl="0">
              <a:lnSpc>
                <a:spcPct val="100000"/>
              </a:lnSpc>
              <a:spcBef>
                <a:spcPts val="0"/>
              </a:spcBef>
              <a:spcAft>
                <a:spcPts val="0"/>
              </a:spcAft>
              <a:buClr>
                <a:schemeClr val="bg1"/>
              </a:buClr>
              <a:buSzPts val="1100"/>
              <a:buFont typeface="Arial" panose="020B0604020202020204" pitchFamily="34" charset="0"/>
              <a:buChar char="•"/>
            </a:pPr>
            <a:r>
              <a:rPr lang="fr-FR" sz="900" b="1" i="0" u="none" strike="noStrike" cap="none" dirty="0">
                <a:solidFill>
                  <a:schemeClr val="lt1"/>
                </a:solidFill>
                <a:latin typeface="Arial"/>
                <a:ea typeface="Arial"/>
                <a:cs typeface="Arial"/>
                <a:sym typeface="Arial"/>
              </a:rPr>
              <a:t>Oracle </a:t>
            </a:r>
            <a:r>
              <a:rPr lang="fr-FR" sz="900" i="0" u="none" strike="noStrike" cap="none" dirty="0">
                <a:solidFill>
                  <a:schemeClr val="lt1"/>
                </a:solidFill>
                <a:latin typeface="Arial"/>
                <a:ea typeface="Arial"/>
                <a:cs typeface="Arial"/>
                <a:sym typeface="Arial"/>
              </a:rPr>
              <a:t>Cloud Infrastructure Certification.</a:t>
            </a:r>
          </a:p>
          <a:p>
            <a:pPr marL="171450" marR="0" lvl="0" indent="-171450" algn="l" rtl="0">
              <a:lnSpc>
                <a:spcPct val="100000"/>
              </a:lnSpc>
              <a:spcBef>
                <a:spcPts val="0"/>
              </a:spcBef>
              <a:spcAft>
                <a:spcPts val="0"/>
              </a:spcAft>
              <a:buClr>
                <a:schemeClr val="bg1"/>
              </a:buClr>
              <a:buSzPts val="1100"/>
              <a:buFont typeface="Arial" panose="020B0604020202020204" pitchFamily="34" charset="0"/>
              <a:buChar char="•"/>
            </a:pPr>
            <a:r>
              <a:rPr lang="fr-FR" sz="900" b="1" i="0" u="none" strike="noStrike" cap="none" dirty="0">
                <a:solidFill>
                  <a:schemeClr val="lt1"/>
                </a:solidFill>
                <a:latin typeface="Arial"/>
                <a:ea typeface="Arial"/>
                <a:cs typeface="Arial"/>
                <a:sym typeface="Arial"/>
              </a:rPr>
              <a:t>Oracle </a:t>
            </a:r>
            <a:r>
              <a:rPr lang="fr-FR" sz="900" i="0" u="none" strike="noStrike" cap="none" dirty="0">
                <a:solidFill>
                  <a:schemeClr val="lt1"/>
                </a:solidFill>
                <a:latin typeface="Arial"/>
                <a:ea typeface="Arial"/>
                <a:cs typeface="Arial"/>
                <a:sym typeface="Arial"/>
              </a:rPr>
              <a:t>Cloud Infrastructure AI Certification. </a:t>
            </a:r>
          </a:p>
          <a:p>
            <a:pPr marL="171450" marR="0" lvl="0" indent="-171450" algn="l" rtl="0">
              <a:lnSpc>
                <a:spcPct val="100000"/>
              </a:lnSpc>
              <a:spcBef>
                <a:spcPts val="0"/>
              </a:spcBef>
              <a:spcAft>
                <a:spcPts val="0"/>
              </a:spcAft>
              <a:buClr>
                <a:schemeClr val="bg1"/>
              </a:buClr>
              <a:buSzPts val="1100"/>
              <a:buFont typeface="Arial" panose="020B0604020202020204" pitchFamily="34" charset="0"/>
              <a:buChar char="•"/>
            </a:pPr>
            <a:r>
              <a:rPr lang="fr-FR" sz="900" b="1" i="0" u="none" strike="noStrike" cap="none" dirty="0">
                <a:solidFill>
                  <a:schemeClr val="lt1"/>
                </a:solidFill>
                <a:latin typeface="Arial"/>
                <a:ea typeface="Arial"/>
                <a:cs typeface="Arial"/>
                <a:sym typeface="Arial"/>
              </a:rPr>
              <a:t>Oracle </a:t>
            </a:r>
            <a:r>
              <a:rPr lang="fr-FR" sz="900" i="0" u="none" strike="noStrike" cap="none" dirty="0">
                <a:solidFill>
                  <a:schemeClr val="lt1"/>
                </a:solidFill>
                <a:latin typeface="Arial"/>
                <a:ea typeface="Arial"/>
                <a:cs typeface="Arial"/>
                <a:sym typeface="Arial"/>
              </a:rPr>
              <a:t>Project Management </a:t>
            </a:r>
            <a:r>
              <a:rPr lang="fr-FR" sz="900" i="0" u="none" strike="noStrike" cap="none" dirty="0" err="1">
                <a:solidFill>
                  <a:schemeClr val="lt1"/>
                </a:solidFill>
                <a:latin typeface="Arial"/>
                <a:ea typeface="Arial"/>
                <a:cs typeface="Arial"/>
                <a:sym typeface="Arial"/>
              </a:rPr>
              <a:t>Foundations</a:t>
            </a:r>
            <a:r>
              <a:rPr lang="fr-FR" sz="900" i="0" u="none" strike="noStrike" cap="none" dirty="0">
                <a:solidFill>
                  <a:schemeClr val="lt1"/>
                </a:solidFill>
                <a:latin typeface="Arial"/>
                <a:ea typeface="Arial"/>
                <a:cs typeface="Arial"/>
                <a:sym typeface="Arial"/>
              </a:rPr>
              <a:t>.</a:t>
            </a:r>
          </a:p>
          <a:p>
            <a:pPr marL="171450" marR="0" lvl="0" indent="-171450" algn="l" rtl="0">
              <a:lnSpc>
                <a:spcPct val="100000"/>
              </a:lnSpc>
              <a:spcBef>
                <a:spcPts val="0"/>
              </a:spcBef>
              <a:spcAft>
                <a:spcPts val="0"/>
              </a:spcAft>
              <a:buClr>
                <a:schemeClr val="bg1"/>
              </a:buClr>
              <a:buSzPts val="1100"/>
              <a:buFont typeface="Arial" panose="020B0604020202020204" pitchFamily="34" charset="0"/>
              <a:buChar char="•"/>
            </a:pPr>
            <a:r>
              <a:rPr lang="fr-FR" sz="900" b="1" i="0" u="none" strike="noStrike" cap="none" dirty="0">
                <a:solidFill>
                  <a:schemeClr val="lt1"/>
                </a:solidFill>
                <a:latin typeface="Arial"/>
                <a:ea typeface="Arial"/>
                <a:cs typeface="Arial"/>
                <a:sym typeface="Arial"/>
              </a:rPr>
              <a:t>Oracle </a:t>
            </a:r>
            <a:r>
              <a:rPr lang="fr-FR" sz="900" i="0" u="none" strike="noStrike" cap="none" dirty="0">
                <a:solidFill>
                  <a:schemeClr val="lt1"/>
                </a:solidFill>
                <a:latin typeface="Arial"/>
                <a:ea typeface="Arial"/>
                <a:cs typeface="Arial"/>
                <a:sym typeface="Arial"/>
              </a:rPr>
              <a:t>Data Platform </a:t>
            </a:r>
            <a:r>
              <a:rPr lang="fr-FR" sz="900" i="0" u="none" strike="noStrike" cap="none" dirty="0" err="1">
                <a:solidFill>
                  <a:schemeClr val="lt1"/>
                </a:solidFill>
                <a:latin typeface="Arial"/>
                <a:ea typeface="Arial"/>
                <a:cs typeface="Arial"/>
                <a:sym typeface="Arial"/>
              </a:rPr>
              <a:t>Foundations</a:t>
            </a:r>
            <a:r>
              <a:rPr lang="fr-FR" sz="900" i="0" u="none" strike="noStrike" cap="none" dirty="0">
                <a:solidFill>
                  <a:schemeClr val="lt1"/>
                </a:solidFill>
                <a:latin typeface="Arial"/>
                <a:ea typeface="Arial"/>
                <a:cs typeface="Arial"/>
                <a:sym typeface="Arial"/>
              </a:rPr>
              <a:t>.</a:t>
            </a:r>
            <a:endParaRPr sz="90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endParaRPr sz="900" b="1"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US" sz="1000" b="1" i="0" u="none" strike="noStrike" cap="none" dirty="0">
                <a:solidFill>
                  <a:schemeClr val="lt1"/>
                </a:solidFill>
                <a:latin typeface="Arial"/>
                <a:ea typeface="Arial"/>
                <a:cs typeface="Arial"/>
                <a:sym typeface="Arial"/>
              </a:rPr>
              <a:t>Other applicable skills  (Language / Software / Others)</a:t>
            </a:r>
            <a:r>
              <a:rPr lang="es-CL" sz="1100" b="1" dirty="0"/>
              <a:t> </a:t>
            </a:r>
          </a:p>
          <a:p>
            <a:pPr marL="0" marR="0" lvl="0" indent="0" algn="l" rtl="0">
              <a:lnSpc>
                <a:spcPct val="100000"/>
              </a:lnSpc>
              <a:spcBef>
                <a:spcPts val="0"/>
              </a:spcBef>
              <a:spcAft>
                <a:spcPts val="0"/>
              </a:spcAft>
              <a:buClr>
                <a:schemeClr val="dk1"/>
              </a:buClr>
              <a:buSzPts val="1100"/>
              <a:buFont typeface="Arial"/>
              <a:buNone/>
            </a:pPr>
            <a:r>
              <a:rPr lang="es-CL" sz="900" b="1" dirty="0" err="1">
                <a:solidFill>
                  <a:schemeClr val="bg1"/>
                </a:solidFill>
              </a:rPr>
              <a:t>Languages</a:t>
            </a:r>
            <a:r>
              <a:rPr lang="es-CL" sz="900" b="1" dirty="0">
                <a:solidFill>
                  <a:schemeClr val="bg1"/>
                </a:solidFill>
              </a:rPr>
              <a:t>: </a:t>
            </a:r>
            <a:r>
              <a:rPr lang="es-CL" sz="900" dirty="0" err="1">
                <a:solidFill>
                  <a:schemeClr val="bg1"/>
                </a:solidFill>
              </a:rPr>
              <a:t>Spanish</a:t>
            </a:r>
            <a:r>
              <a:rPr lang="es-CL" sz="900" dirty="0">
                <a:solidFill>
                  <a:schemeClr val="bg1"/>
                </a:solidFill>
              </a:rPr>
              <a:t> (native), English (</a:t>
            </a:r>
            <a:r>
              <a:rPr lang="es-CL" sz="900" dirty="0" err="1">
                <a:solidFill>
                  <a:schemeClr val="bg1"/>
                </a:solidFill>
              </a:rPr>
              <a:t>intermediate</a:t>
            </a:r>
            <a:r>
              <a:rPr lang="es-CL" sz="900" dirty="0">
                <a:solidFill>
                  <a:schemeClr val="bg1"/>
                </a:solidFill>
              </a:rPr>
              <a:t>).</a:t>
            </a:r>
          </a:p>
          <a:p>
            <a:pPr marL="0" marR="0" lvl="0" indent="0" algn="l" rtl="0">
              <a:lnSpc>
                <a:spcPct val="100000"/>
              </a:lnSpc>
              <a:spcBef>
                <a:spcPts val="0"/>
              </a:spcBef>
              <a:spcAft>
                <a:spcPts val="0"/>
              </a:spcAft>
              <a:buClr>
                <a:schemeClr val="dk1"/>
              </a:buClr>
              <a:buSzPts val="1100"/>
              <a:buFont typeface="Arial"/>
              <a:buNone/>
            </a:pPr>
            <a:r>
              <a:rPr lang="es-CL" sz="900" b="1" dirty="0">
                <a:solidFill>
                  <a:schemeClr val="bg1"/>
                </a:solidFill>
              </a:rPr>
              <a:t>Tools and Technologies</a:t>
            </a:r>
            <a:r>
              <a:rPr lang="es-CL" sz="900" dirty="0">
                <a:solidFill>
                  <a:schemeClr val="bg1"/>
                </a:solidFill>
              </a:rPr>
              <a:t>: </a:t>
            </a:r>
            <a:r>
              <a:rPr lang="es-CL" sz="900" dirty="0" err="1">
                <a:solidFill>
                  <a:schemeClr val="bg1"/>
                </a:solidFill>
              </a:rPr>
              <a:t>Heroku</a:t>
            </a:r>
            <a:r>
              <a:rPr lang="es-CL" sz="900" dirty="0">
                <a:solidFill>
                  <a:schemeClr val="bg1"/>
                </a:solidFill>
              </a:rPr>
              <a:t>, </a:t>
            </a:r>
            <a:r>
              <a:rPr lang="es-CL" sz="900" dirty="0" err="1">
                <a:solidFill>
                  <a:schemeClr val="bg1"/>
                </a:solidFill>
              </a:rPr>
              <a:t>Streamlit</a:t>
            </a:r>
            <a:r>
              <a:rPr lang="es-CL" sz="900" dirty="0">
                <a:solidFill>
                  <a:schemeClr val="bg1"/>
                </a:solidFill>
              </a:rPr>
              <a:t>, </a:t>
            </a:r>
            <a:r>
              <a:rPr lang="es-CL" sz="900" dirty="0" err="1">
                <a:solidFill>
                  <a:schemeClr val="bg1"/>
                </a:solidFill>
              </a:rPr>
              <a:t>Selenium</a:t>
            </a:r>
            <a:r>
              <a:rPr lang="es-CL" sz="900" dirty="0">
                <a:solidFill>
                  <a:schemeClr val="bg1"/>
                </a:solidFill>
              </a:rPr>
              <a:t>, Git, PostgreSQL, MySQL, </a:t>
            </a:r>
            <a:r>
              <a:rPr lang="es-CL" sz="900" dirty="0" err="1">
                <a:solidFill>
                  <a:schemeClr val="bg1"/>
                </a:solidFill>
              </a:rPr>
              <a:t>PopSQL</a:t>
            </a:r>
            <a:r>
              <a:rPr lang="es-CL" sz="900" dirty="0">
                <a:solidFill>
                  <a:schemeClr val="bg1"/>
                </a:solidFill>
              </a:rPr>
              <a:t>.</a:t>
            </a:r>
          </a:p>
          <a:p>
            <a:pPr marL="0" marR="0" lvl="0" indent="0" algn="l" rtl="0">
              <a:lnSpc>
                <a:spcPct val="100000"/>
              </a:lnSpc>
              <a:spcBef>
                <a:spcPts val="0"/>
              </a:spcBef>
              <a:spcAft>
                <a:spcPts val="0"/>
              </a:spcAft>
              <a:buClr>
                <a:schemeClr val="dk1"/>
              </a:buClr>
              <a:buSzPts val="1100"/>
              <a:buFont typeface="Arial"/>
              <a:buNone/>
            </a:pPr>
            <a:r>
              <a:rPr lang="es-CL" sz="900" b="1" dirty="0" err="1">
                <a:solidFill>
                  <a:schemeClr val="bg1"/>
                </a:solidFill>
              </a:rPr>
              <a:t>Methodologies</a:t>
            </a:r>
            <a:r>
              <a:rPr lang="es-CL" sz="900" b="1" dirty="0">
                <a:solidFill>
                  <a:schemeClr val="bg1"/>
                </a:solidFill>
              </a:rPr>
              <a:t> and </a:t>
            </a:r>
            <a:r>
              <a:rPr lang="es-CL" sz="900" b="1" dirty="0" err="1">
                <a:solidFill>
                  <a:schemeClr val="bg1"/>
                </a:solidFill>
              </a:rPr>
              <a:t>Others</a:t>
            </a:r>
            <a:r>
              <a:rPr lang="es-CL" sz="900" b="1" dirty="0">
                <a:solidFill>
                  <a:schemeClr val="bg1"/>
                </a:solidFill>
              </a:rPr>
              <a:t>: </a:t>
            </a:r>
            <a:r>
              <a:rPr lang="es-CL" sz="900" dirty="0">
                <a:solidFill>
                  <a:schemeClr val="bg1"/>
                </a:solidFill>
              </a:rPr>
              <a:t>Agile </a:t>
            </a:r>
            <a:r>
              <a:rPr lang="es-CL" sz="900" dirty="0" err="1">
                <a:solidFill>
                  <a:schemeClr val="bg1"/>
                </a:solidFill>
              </a:rPr>
              <a:t>Development</a:t>
            </a:r>
            <a:r>
              <a:rPr lang="es-CL" sz="900" dirty="0">
                <a:solidFill>
                  <a:schemeClr val="bg1"/>
                </a:solidFill>
              </a:rPr>
              <a:t>. </a:t>
            </a:r>
            <a:r>
              <a:rPr lang="es-CL" sz="900" dirty="0" err="1">
                <a:solidFill>
                  <a:schemeClr val="bg1"/>
                </a:solidFill>
              </a:rPr>
              <a:t>Process</a:t>
            </a:r>
            <a:r>
              <a:rPr lang="es-CL" sz="900" dirty="0">
                <a:solidFill>
                  <a:schemeClr val="bg1"/>
                </a:solidFill>
              </a:rPr>
              <a:t> </a:t>
            </a:r>
            <a:r>
              <a:rPr lang="es-CL" sz="900" dirty="0" err="1">
                <a:solidFill>
                  <a:schemeClr val="bg1"/>
                </a:solidFill>
              </a:rPr>
              <a:t>Automation</a:t>
            </a:r>
            <a:r>
              <a:rPr lang="es-CL" sz="900" dirty="0">
                <a:solidFill>
                  <a:schemeClr val="bg1"/>
                </a:solidFill>
              </a:rPr>
              <a:t>.</a:t>
            </a:r>
            <a:endParaRPr lang="en-US" sz="900" dirty="0">
              <a:solidFill>
                <a:schemeClr val="bg1"/>
              </a:solidFill>
            </a:endParaRPr>
          </a:p>
        </p:txBody>
      </p:sp>
      <p:sp>
        <p:nvSpPr>
          <p:cNvPr id="386" name="Google Shape;386;g1e85a8a9a7d_0_0">
            <a:extLst>
              <a:ext uri="{FF2B5EF4-FFF2-40B4-BE49-F238E27FC236}">
                <a16:creationId xmlns:a16="http://schemas.microsoft.com/office/drawing/2014/main" id="{8AB1861F-5BD4-E66E-47BF-B5CBF5629441}"/>
              </a:ext>
            </a:extLst>
          </p:cNvPr>
          <p:cNvSpPr/>
          <p:nvPr/>
        </p:nvSpPr>
        <p:spPr>
          <a:xfrm>
            <a:off x="3782175" y="2352775"/>
            <a:ext cx="4002600" cy="3571500"/>
          </a:xfrm>
          <a:prstGeom prst="rect">
            <a:avLst/>
          </a:prstGeom>
          <a:noFill/>
          <a:ln>
            <a:noFill/>
          </a:ln>
        </p:spPr>
        <p:txBody>
          <a:bodyPr spcFirstLastPara="1" wrap="square" lIns="36000" tIns="36000" rIns="36000" bIns="36000" anchor="t" anchorCtr="0">
            <a:noAutofit/>
          </a:bodyPr>
          <a:lstStyle/>
          <a:p>
            <a:pPr marL="35999" marR="35999" lvl="0" indent="0" algn="just" rtl="0">
              <a:lnSpc>
                <a:spcPct val="100000"/>
              </a:lnSpc>
              <a:spcBef>
                <a:spcPts val="600"/>
              </a:spcBef>
              <a:spcAft>
                <a:spcPts val="0"/>
              </a:spcAft>
              <a:buClr>
                <a:srgbClr val="000000"/>
              </a:buClr>
              <a:buSzPts val="1067"/>
              <a:buFont typeface="Arial"/>
              <a:buNone/>
            </a:pPr>
            <a:r>
              <a:rPr lang="en-GB" sz="1000" b="1" i="0" u="none" strike="noStrike" cap="none" dirty="0">
                <a:solidFill>
                  <a:srgbClr val="D04A02"/>
                </a:solidFill>
                <a:latin typeface="Arial"/>
                <a:ea typeface="Arial"/>
                <a:cs typeface="Arial"/>
                <a:sym typeface="Arial"/>
              </a:rPr>
              <a:t>Relevant client experience</a:t>
            </a:r>
            <a:endParaRPr lang="es-CL" sz="900" b="1" i="0" u="none" strike="noStrike" cap="none" dirty="0">
              <a:solidFill>
                <a:schemeClr val="dk1"/>
              </a:solidFill>
              <a:latin typeface="Arial"/>
              <a:ea typeface="Arial"/>
              <a:cs typeface="Arial"/>
              <a:sym typeface="Arial"/>
            </a:endParaRPr>
          </a:p>
          <a:p>
            <a:pPr algn="just"/>
            <a:endParaRPr lang="es-CL" sz="900" b="1" dirty="0">
              <a:highlight>
                <a:srgbClr val="FFFFFF"/>
              </a:highlight>
            </a:endParaRPr>
          </a:p>
          <a:p>
            <a:pPr algn="just"/>
            <a:r>
              <a:rPr lang="es-CL" sz="900" b="1" dirty="0">
                <a:highlight>
                  <a:srgbClr val="FFFFFF"/>
                </a:highlight>
              </a:rPr>
              <a:t>Digital </a:t>
            </a:r>
            <a:r>
              <a:rPr lang="es-CL" sz="900" b="1" dirty="0" err="1">
                <a:highlight>
                  <a:srgbClr val="FFFFFF"/>
                </a:highlight>
              </a:rPr>
              <a:t>Ecosystem</a:t>
            </a:r>
            <a:r>
              <a:rPr lang="es-CL" sz="900" b="1" dirty="0">
                <a:highlight>
                  <a:srgbClr val="FFFFFF"/>
                </a:highlight>
              </a:rPr>
              <a:t> </a:t>
            </a:r>
            <a:r>
              <a:rPr lang="es-CL" sz="900" b="1" dirty="0" err="1">
                <a:highlight>
                  <a:srgbClr val="FFFFFF"/>
                </a:highlight>
              </a:rPr>
              <a:t>Integration</a:t>
            </a:r>
            <a:r>
              <a:rPr lang="es-CL" sz="900" b="1" dirty="0">
                <a:highlight>
                  <a:srgbClr val="FFFFFF"/>
                </a:highlight>
              </a:rPr>
              <a:t> </a:t>
            </a:r>
            <a:r>
              <a:rPr lang="es-CL" sz="900" b="1" dirty="0" err="1">
                <a:highlight>
                  <a:srgbClr val="FFFFFF"/>
                </a:highlight>
              </a:rPr>
              <a:t>Analyst</a:t>
            </a:r>
            <a:r>
              <a:rPr lang="es-CL" sz="900" b="1" dirty="0">
                <a:highlight>
                  <a:srgbClr val="FFFFFF"/>
                </a:highlight>
              </a:rPr>
              <a:t> | PwC </a:t>
            </a:r>
            <a:endParaRPr lang="en-GB" sz="900" dirty="0"/>
          </a:p>
          <a:p>
            <a:pPr algn="just"/>
            <a:r>
              <a:rPr lang="es-CL" sz="900" dirty="0">
                <a:highlight>
                  <a:srgbClr val="FFFFFF"/>
                </a:highlight>
              </a:rPr>
              <a:t>Santiago, Chile | 03.2025 – </a:t>
            </a:r>
            <a:r>
              <a:rPr lang="es-CL" sz="900" dirty="0" err="1">
                <a:highlight>
                  <a:srgbClr val="FFFFFF"/>
                </a:highlight>
              </a:rPr>
              <a:t>Present</a:t>
            </a:r>
            <a:endParaRPr lang="es-CL" sz="900" dirty="0"/>
          </a:p>
          <a:p>
            <a:pPr marL="171450" indent="-171450">
              <a:buFont typeface="Arial"/>
              <a:buChar char="•"/>
            </a:pPr>
            <a:r>
              <a:rPr lang="en-US" sz="900" dirty="0">
                <a:highlight>
                  <a:srgbClr val="FFFFFF"/>
                </a:highlight>
                <a:ea typeface="+mn-lt"/>
                <a:cs typeface="+mn-lt"/>
              </a:rPr>
              <a:t>I participated in the development of agentic AI-based solutions focused on FinOps, vulnerability analysis in code and GitHub repositories, and application modernization, including logic conversions from legacy languages to Java (e.g., COBOL).</a:t>
            </a:r>
          </a:p>
          <a:p>
            <a:pPr marL="171450" indent="-171450">
              <a:buFont typeface="Arial"/>
              <a:buChar char="•"/>
            </a:pPr>
            <a:r>
              <a:rPr lang="en-US" sz="900" dirty="0">
                <a:highlight>
                  <a:srgbClr val="FFFFFF"/>
                </a:highlight>
                <a:ea typeface="+mn-lt"/>
                <a:cs typeface="+mn-lt"/>
              </a:rPr>
              <a:t>I developed a corporate reporting automation solution using NLP and RAG in Python, integrating automated web scraping and document processing, reducing analysis time by 60%.</a:t>
            </a:r>
          </a:p>
          <a:p>
            <a:pPr marL="171450" indent="-171450">
              <a:buFont typeface="Arial"/>
              <a:buChar char="•"/>
            </a:pPr>
            <a:r>
              <a:rPr lang="en-US" sz="900" dirty="0">
                <a:highlight>
                  <a:srgbClr val="FFFFFF"/>
                </a:highlight>
                <a:ea typeface="+mn-lt"/>
                <a:cs typeface="+mn-lt"/>
              </a:rPr>
              <a:t>I collaborated on a PMO cloud transformation project for a global retailer, coordinating multicultural teams in India, Poland, the United States, and Chile, focused on modernizing legacy applications and migrating them to the cloud for operations in Mexico, Central America, and Chile, ensuring operational alignment and achievement of project milestones.</a:t>
            </a:r>
          </a:p>
          <a:p>
            <a:endParaRPr lang="en-GB" sz="1000" b="1" dirty="0">
              <a:solidFill>
                <a:srgbClr val="D04A02"/>
              </a:solidFill>
            </a:endParaRPr>
          </a:p>
          <a:p>
            <a:r>
              <a:rPr lang="es-CL" sz="900" b="1" dirty="0"/>
              <a:t>Software </a:t>
            </a:r>
            <a:r>
              <a:rPr lang="es-CL" sz="900" b="1" dirty="0" err="1"/>
              <a:t>Developer</a:t>
            </a:r>
            <a:r>
              <a:rPr lang="es-CL" sz="900" b="1" dirty="0"/>
              <a:t> | Freelance</a:t>
            </a:r>
            <a:br>
              <a:rPr lang="es-CL" sz="900" dirty="0"/>
            </a:br>
            <a:r>
              <a:rPr lang="es-CL" sz="900" dirty="0"/>
              <a:t>Santiago, Chile | 08.2021 – 08.2024</a:t>
            </a:r>
          </a:p>
          <a:p>
            <a:pPr marL="171450" indent="-171450">
              <a:buFont typeface="Arial"/>
              <a:buChar char="•"/>
            </a:pPr>
            <a:r>
              <a:rPr lang="en-US" sz="900" dirty="0"/>
              <a:t>Development of scrapers in Python using Selenium for automated data extraction, improving efficiency by 50%.</a:t>
            </a:r>
          </a:p>
          <a:p>
            <a:pPr marL="171450" indent="-171450">
              <a:buFont typeface="Arial"/>
              <a:buChar char="•"/>
            </a:pPr>
            <a:r>
              <a:rPr lang="en-US" sz="900" dirty="0"/>
              <a:t>Creation of a product ranking system in Ruby on Rails, prioritizing according to user ratings with the Elo algorithm.</a:t>
            </a:r>
          </a:p>
          <a:p>
            <a:pPr marL="171450" indent="-171450">
              <a:buFont typeface="Arial"/>
              <a:buChar char="•"/>
            </a:pPr>
            <a:r>
              <a:rPr lang="en-US" sz="900" dirty="0"/>
              <a:t>Implementation of a personnel selection platform, reducing hiring times by 30% through automation.</a:t>
            </a:r>
            <a:endParaRPr lang="es-CL" sz="900" dirty="0"/>
          </a:p>
        </p:txBody>
      </p:sp>
      <p:sp>
        <p:nvSpPr>
          <p:cNvPr id="2" name="Oval 1">
            <a:extLst>
              <a:ext uri="{FF2B5EF4-FFF2-40B4-BE49-F238E27FC236}">
                <a16:creationId xmlns:a16="http://schemas.microsoft.com/office/drawing/2014/main" id="{6F652444-5EF8-3085-24B6-8A37A223C3DE}"/>
              </a:ext>
            </a:extLst>
          </p:cNvPr>
          <p:cNvSpPr/>
          <p:nvPr/>
        </p:nvSpPr>
        <p:spPr>
          <a:xfrm>
            <a:off x="1018982" y="325487"/>
            <a:ext cx="1514963" cy="136729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s-CL" dirty="0"/>
          </a:p>
        </p:txBody>
      </p:sp>
      <p:pic>
        <p:nvPicPr>
          <p:cNvPr id="5" name="Imagen 4">
            <a:extLst>
              <a:ext uri="{FF2B5EF4-FFF2-40B4-BE49-F238E27FC236}">
                <a16:creationId xmlns:a16="http://schemas.microsoft.com/office/drawing/2014/main" id="{7B89AC1E-B15F-0012-3A85-1B1AFEC04CE7}"/>
              </a:ext>
            </a:extLst>
          </p:cNvPr>
          <p:cNvPicPr>
            <a:picLocks noChangeAspect="1"/>
          </p:cNvPicPr>
          <p:nvPr/>
        </p:nvPicPr>
        <p:blipFill>
          <a:blip r:embed="rId4"/>
          <a:stretch>
            <a:fillRect/>
          </a:stretch>
        </p:blipFill>
        <p:spPr>
          <a:xfrm>
            <a:off x="1018982" y="213729"/>
            <a:ext cx="1514963" cy="1514963"/>
          </a:xfrm>
          <a:prstGeom prst="rect">
            <a:avLst/>
          </a:prstGeom>
        </p:spPr>
      </p:pic>
    </p:spTree>
    <p:extLst>
      <p:ext uri="{BB962C8B-B14F-4D97-AF65-F5344CB8AC3E}">
        <p14:creationId xmlns:p14="http://schemas.microsoft.com/office/powerpoint/2010/main" val="745768982"/>
      </p:ext>
    </p:extLst>
  </p:cSld>
  <p:clrMapOvr>
    <a:masterClrMapping/>
  </p:clrMapOvr>
</p:sld>
</file>

<file path=ppt/theme/theme1.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93954"/>
      </a:accent5>
      <a:accent6>
        <a:srgbClr val="464646"/>
      </a:accent6>
      <a:hlink>
        <a:srgbClr val="D04A02"/>
      </a:hlink>
      <a:folHlink>
        <a:srgbClr val="D939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93954"/>
      </a:accent5>
      <a:accent6>
        <a:srgbClr val="464646"/>
      </a:accent6>
      <a:hlink>
        <a:srgbClr val="D04A02"/>
      </a:hlink>
      <a:folHlink>
        <a:srgbClr val="D939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1164</Words>
  <Application>Microsoft Office PowerPoint</Application>
  <PresentationFormat>Widescreen</PresentationFormat>
  <Paragraphs>125</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Georgia</vt:lpstr>
      <vt:lpstr>PwC</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 A Jayaprakash</dc:creator>
  <cp:lastModifiedBy>David Alfaro (CL)</cp:lastModifiedBy>
  <cp:revision>22</cp:revision>
  <dcterms:modified xsi:type="dcterms:W3CDTF">2026-02-27T19:09:03Z</dcterms:modified>
</cp:coreProperties>
</file>